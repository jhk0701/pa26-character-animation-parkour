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62" r:id="rId2"/>
    <p:sldId id="257" r:id="rId3"/>
    <p:sldId id="267" r:id="rId4"/>
    <p:sldId id="261" r:id="rId5"/>
    <p:sldId id="266" r:id="rId6"/>
    <p:sldId id="265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021" autoAdjust="0"/>
  </p:normalViewPr>
  <p:slideViewPr>
    <p:cSldViewPr snapToGrid="0">
      <p:cViewPr varScale="1">
        <p:scale>
          <a:sx n="106" d="100"/>
          <a:sy n="106" d="100"/>
        </p:scale>
        <p:origin x="7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A7D5B-B91B-48D9-9BBD-A861B53BECFD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6232B-CCFA-4887-B271-B9E43E273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61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1424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872AD-0EA8-D7FF-FBD6-A5E1C71C1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7FA157-32B3-0FB0-76A4-93B5A34AB1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1A14B1-622C-D37C-8C1A-B6B3F9811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450B4E-17ED-D522-1838-815D8511A4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2343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목표 영상 </a:t>
            </a:r>
            <a:r>
              <a:rPr lang="en-US" altLang="ko-KR" dirty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어쌔신크리드</a:t>
            </a:r>
            <a:r>
              <a:rPr lang="ko-KR" altLang="en-US" dirty="0"/>
              <a:t> </a:t>
            </a:r>
            <a:r>
              <a:rPr lang="ko-KR" altLang="en-US" dirty="0" err="1"/>
              <a:t>파쿠르</a:t>
            </a:r>
            <a:r>
              <a:rPr lang="ko-KR" altLang="en-US" dirty="0"/>
              <a:t> 액션 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/>
              <a:t>툼레이더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82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31960" y="2959688"/>
            <a:ext cx="741780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 애니메이션 </a:t>
            </a:r>
            <a:r>
              <a:rPr lang="ko-KR" altLang="en-US" sz="24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시스템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4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</a:t>
            </a:r>
            <a:endParaRPr lang="en-US" altLang="ko-KR" sz="24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331960" y="3421353"/>
            <a:ext cx="1358064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발표자 </a:t>
            </a:r>
            <a:r>
              <a:rPr lang="en-US" altLang="ko-KR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김정환</a:t>
            </a:r>
          </a:p>
        </p:txBody>
      </p:sp>
    </p:spTree>
    <p:extLst>
      <p:ext uri="{BB962C8B-B14F-4D97-AF65-F5344CB8AC3E}">
        <p14:creationId xmlns:p14="http://schemas.microsoft.com/office/powerpoint/2010/main" val="3459223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특수한 지형 인식 로직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342316"/>
            <a:ext cx="2694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방법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3933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DA648-5785-8201-CCD7-F4B146EDE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1234DBB-F039-BEB0-AC6F-55B73AE31537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BADBF9-06F0-4F22-76AB-A2F83B3A317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FSM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B59DBA8-457E-E5E3-165C-093E13F8D469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0D37A4-34C2-C7F8-201A-CAF255E4B871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105A21-BDA3-A05F-058F-200AA1B5FC2F}"/>
              </a:ext>
            </a:extLst>
          </p:cNvPr>
          <p:cNvSpPr txBox="1"/>
          <p:nvPr/>
        </p:nvSpPr>
        <p:spPr>
          <a:xfrm>
            <a:off x="302450" y="1342316"/>
            <a:ext cx="2694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처리 결과에 따른 상태 변화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722504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F3801-1345-73B1-BC4D-455683B38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3A2C19-7BB6-4B8F-B088-53F2041DCA07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루트모션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보정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–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베지어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활용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342316"/>
            <a:ext cx="531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디테일 문제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6431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F3801-1345-73B1-BC4D-455683B38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3A2C19-7BB6-4B8F-B088-53F2041DCA07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피드백 반영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블렌드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스페이스 보완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8BA9FCF-A704-3B2E-2B03-A0A73FB521F1}"/>
              </a:ext>
            </a:extLst>
          </p:cNvPr>
          <p:cNvSpPr txBox="1"/>
          <p:nvPr/>
        </p:nvSpPr>
        <p:spPr>
          <a:xfrm>
            <a:off x="302450" y="1342316"/>
            <a:ext cx="531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적용 전</a:t>
            </a:r>
            <a:r>
              <a:rPr lang="en-US" altLang="ko-KR" sz="120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후</a:t>
            </a:r>
            <a:endParaRPr lang="ko-KR" altLang="en-US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85702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54702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진행 계획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(</a:t>
            </a:r>
            <a:r>
              <a:rPr lang="ko-KR" altLang="en-US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주차별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목표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2281202"/>
              </p:ext>
            </p:extLst>
          </p:nvPr>
        </p:nvGraphicFramePr>
        <p:xfrm>
          <a:off x="420856" y="870858"/>
          <a:ext cx="11318860" cy="562941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1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0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세부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구조 파악 및 기반 클래스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구성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파악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게임 기반 클래스 작성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fbx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파일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파싱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렌더링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재생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시스템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입력 바인딩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블렌드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상태머신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(PhysX)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입력 바인딩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로코모션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루트 모션 적용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3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장애물 높이 인식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인식한 장애물에 대한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선택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및 출력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위치에 따른 보정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4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중간에 지붕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경사로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철봉 나열된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en-US" altLang="ko-KR" sz="1400" strike="sngStrike" baseline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직각으로 만나는 벽면 간 이동 처리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 뻗어 나온 줄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또는 기둥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5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미흡사항 보완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디테일한 보정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데이터화 작업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인식 트리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6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92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7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8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마무리 및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6804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668</TotalTime>
  <Words>312</Words>
  <Application>Microsoft Office PowerPoint</Application>
  <PresentationFormat>와이드스크린</PresentationFormat>
  <Paragraphs>57</Paragraphs>
  <Slides>6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나눔바른고딕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김정환</cp:lastModifiedBy>
  <cp:revision>667</cp:revision>
  <dcterms:created xsi:type="dcterms:W3CDTF">2026-07-02T09:06:49Z</dcterms:created>
  <dcterms:modified xsi:type="dcterms:W3CDTF">2026-07-23T09:06:07Z</dcterms:modified>
</cp:coreProperties>
</file>