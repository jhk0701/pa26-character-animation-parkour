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257" r:id="rId3"/>
    <p:sldId id="267" r:id="rId4"/>
    <p:sldId id="268" r:id="rId5"/>
    <p:sldId id="261" r:id="rId6"/>
    <p:sldId id="266" r:id="rId7"/>
    <p:sldId id="265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021" autoAdjust="0"/>
  </p:normalViewPr>
  <p:slideViewPr>
    <p:cSldViewPr snapToGrid="0">
      <p:cViewPr varScale="1">
        <p:scale>
          <a:sx n="106" d="100"/>
          <a:sy n="106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A7D5B-B91B-48D9-9BBD-A861B53BECF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6232B-CCFA-4887-B271-B9E43E273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614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42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872AD-0EA8-D7FF-FBD6-A5E1C71C1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7FA157-32B3-0FB0-76A4-93B5A34AB1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1A14B1-622C-D37C-8C1A-B6B3F9811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450B4E-17ED-D522-1838-815D8511A4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343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48E16-CDED-FD10-1719-F290DC758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1240DA-A7BB-AB12-A6E9-EF15BEA1B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580D81-178E-8FEE-30D7-0D61CC639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BA6A0-D020-0B15-FF2B-EE195810E0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913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목표 영상 </a:t>
            </a:r>
            <a:r>
              <a:rPr lang="en-US" altLang="ko-KR" dirty="0"/>
              <a:t>: </a:t>
            </a:r>
          </a:p>
          <a:p>
            <a:pPr marL="228600" indent="-228600">
              <a:buAutoNum type="arabicPeriod"/>
            </a:pPr>
            <a:r>
              <a:rPr lang="ko-KR" altLang="en-US" dirty="0" err="1"/>
              <a:t>어쌔신크리드</a:t>
            </a:r>
            <a:r>
              <a:rPr lang="ko-KR" altLang="en-US" dirty="0"/>
              <a:t> </a:t>
            </a:r>
            <a:r>
              <a:rPr lang="ko-KR" altLang="en-US" dirty="0" err="1"/>
              <a:t>파쿠르</a:t>
            </a:r>
            <a:r>
              <a:rPr lang="ko-KR" altLang="en-US" dirty="0"/>
              <a:t> 액션 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https://www.youtube.com/shorts/DgF8jxONRSM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https://www.youtube.com/shorts/bMgaW5dvLzk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https://www.youtube.com/watch?v=1vhC870Phb0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https://www.youtube.com/shorts/AZEMIHgBK1E</a:t>
            </a:r>
          </a:p>
          <a:p>
            <a:pPr marL="228600" lvl="0" indent="-228600">
              <a:buAutoNum type="arabicPeriod"/>
            </a:pPr>
            <a:r>
              <a:rPr lang="ko-KR" altLang="en-US" dirty="0" err="1"/>
              <a:t>툼레이더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https://www.youtube.com/watch?v=reqY7n8hdSg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https://www.youtube.com/shorts/PLTIvSb6AxM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3AB99-662C-46EC-B86C-F2E227D3EFA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682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C6A88D-EDAF-CEC2-712F-FA6A7E4FF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7A10E8-4E5D-A611-E577-EBA5676A5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4EF1CD-FA03-944B-0EC0-2AABE3B0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E1904F-F41F-7809-481D-7E79FCD21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C721DE-9DEE-BACB-B354-8E260F43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264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5793F-94FE-56B0-E0CB-A317DA7F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AF79B8-2AD1-69C6-D4D5-21827C680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18AF63-4F49-82B6-24FC-BB457FC96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5FF19-25D7-1FF3-E311-2C2E07B26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3D8BF-52A4-97EB-612B-F9899664E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58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B95909-78E9-5BAC-68EA-7DCA2A12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B98DAF-2A47-3ECD-807C-96FB70CF9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AD9670-C268-56FC-281A-FE1F5954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946F37-FE38-E38E-7339-DC6E4EFA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17C39B-6348-28CC-59AF-B1A65BE2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82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0EFA0F-10D7-865F-1370-4EA34C786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98CDB5-9D2B-5F68-9DD8-ED20454B1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0EB1B7-8EDE-2794-EA53-E0C1972FA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FBCFA4-CF51-706E-F9F0-8B66CA1A0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56636A-469F-7FE9-480E-955BCC0E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71D272-167D-EE36-E685-CD8BFE8C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43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7230E-A2F3-4027-B6F6-9C5C289B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685356-7419-AD93-377A-8D9A02934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36E6CA-94A6-3223-C91A-F6E9648C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DFD790-787A-88A3-300F-C173DAD2E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2AE83D-2990-A6E4-CC9C-06D342A67C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11F8C3-5AD3-730B-8ADB-304185DAA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F36ABA7-53C4-C11E-CC9D-F5E59BDBB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29E145-D4AE-F9FB-A218-47B323C43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41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855E6-5AD7-B657-346A-38D87715A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052B06-09E1-1CD0-A032-AEB30F69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18691A-8582-987D-DF06-E6D8B618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997ACE-7D00-7B35-1F16-F56C5450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708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703D88F-9D50-1761-731E-68DD1FC6B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0793086-842E-7906-6019-4284A9E4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4FE3DE-7F26-4352-74EE-A720C7AF5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229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B6F63-D5C7-EB4A-A651-8DA5561AD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00FB2D-0CF3-1A3C-E704-F8CA96C2D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C3C47D-E633-BB5D-0FA3-41A5E3C28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3DA118-0D2F-73A1-6311-85E95462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46749A-348F-886F-32BD-A562F1A2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F22D09-FBE9-294C-014E-9A808723A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401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50C132-3A30-7E9C-0BBB-1CD1A789C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F31776A-D32D-34F5-8A99-A26F4F653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500BF3-C366-20F6-6257-8233A0794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1C119C-B590-D055-6B10-AAE861F0D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064F92-4550-973E-464E-89CA3E7E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8384D1-792D-8EA8-718E-F756CEE62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475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C6E50E-2954-B290-1563-C4936B9E8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6A99E4-1414-E268-7B72-A4C896708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9BB3C2-1FA4-4151-9ADB-996284F1B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27C81A-BE4E-27CE-6CE4-0AE5876D4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E3C814-C417-2E3F-F02B-1B9ED694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657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1D687F-54E9-57A3-FDA2-5A8060E79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846A14-940B-8FE8-A769-3DABAE11A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3732A3-4427-5A76-3A9C-DBE87A43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A5B672-F383-0FF5-2D72-72E1E7F0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28928A-9906-D889-A8B7-B97D729C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91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AC0570-6E75-D8C0-582D-3A448969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ADFDDF-DF3C-19FA-0ED8-5D640C08D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9AC677-7913-29B2-30F7-969771FA5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0A429-5607-4C3C-9BC0-4142A9E0745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6836E4-21B2-245A-8933-7F64F64AC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2D0B4E-8F0D-F1B8-2A71-9862FC974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77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31960" y="2959688"/>
            <a:ext cx="74178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주제 </a:t>
            </a:r>
            <a:r>
              <a:rPr lang="en-US" altLang="ko-KR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캐릭터 애니메이션 </a:t>
            </a:r>
            <a:r>
              <a:rPr lang="ko-KR" altLang="en-US" sz="24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파쿠르</a:t>
            </a:r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시스템 </a:t>
            </a:r>
            <a:r>
              <a:rPr lang="en-US" altLang="ko-KR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4</a:t>
            </a:r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주차</a:t>
            </a:r>
            <a:endParaRPr lang="en-US" altLang="ko-KR" sz="24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31960" y="3421353"/>
            <a:ext cx="135806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5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발표자 </a:t>
            </a:r>
            <a:r>
              <a:rPr lang="en-US" altLang="ko-KR" sz="15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  <a:r>
              <a:rPr lang="ko-KR" altLang="en-US" sz="15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김정환</a:t>
            </a:r>
          </a:p>
        </p:txBody>
      </p:sp>
    </p:spTree>
    <p:extLst>
      <p:ext uri="{BB962C8B-B14F-4D97-AF65-F5344CB8AC3E}">
        <p14:creationId xmlns:p14="http://schemas.microsoft.com/office/powerpoint/2010/main" val="3459223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01093AF-254C-83D7-8032-465A5FB513FB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38815-CBEF-E37B-5659-B5091F86B485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특수한 지형 인식 로직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6FFFECF-4B1C-95DF-32C3-2D2F19BEDAFB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538815-CBEF-E37B-5659-B5091F86B485}"/>
              </a:ext>
            </a:extLst>
          </p:cNvPr>
          <p:cNvSpPr txBox="1"/>
          <p:nvPr/>
        </p:nvSpPr>
        <p:spPr>
          <a:xfrm>
            <a:off x="302450" y="1342316"/>
            <a:ext cx="2694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인식 방법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933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DA648-5785-8201-CCD7-F4B146EDE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1234DBB-F039-BEB0-AC6F-55B73AE31537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BADBF9-06F0-4F22-76AB-A2F83B3A3175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캐릭터 </a:t>
            </a:r>
            <a:r>
              <a:rPr lang="en-US" altLang="ko-KR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FSM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B59DBA8-457E-E5E3-165C-093E13F8D469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0D37A4-34C2-C7F8-201A-CAF255E4B871}"/>
              </a:ext>
            </a:extLst>
          </p:cNvPr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105A21-BDA3-A05F-058F-200AA1B5FC2F}"/>
              </a:ext>
            </a:extLst>
          </p:cNvPr>
          <p:cNvSpPr txBox="1"/>
          <p:nvPr/>
        </p:nvSpPr>
        <p:spPr>
          <a:xfrm>
            <a:off x="302450" y="1342316"/>
            <a:ext cx="2694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인식 처리 결과에 따른 상태 변화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2250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1CD25-4D05-9C83-5A8D-951F11976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D881128-4DD5-2D80-3307-E58F448D5923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66E13D-C719-30FA-6504-A188368FD586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캐릭터 </a:t>
            </a:r>
            <a:r>
              <a:rPr lang="en-US" altLang="ko-KR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FSM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9FFB3BD-6F89-4F73-EB69-654CDAAC7A55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5B084D-3D6B-070E-B81C-19CE3179A5A0}"/>
              </a:ext>
            </a:extLst>
          </p:cNvPr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281A7B-BF6C-66B0-858C-91AA9CDC8CA2}"/>
              </a:ext>
            </a:extLst>
          </p:cNvPr>
          <p:cNvSpPr txBox="1"/>
          <p:nvPr/>
        </p:nvSpPr>
        <p:spPr>
          <a:xfrm>
            <a:off x="302450" y="1342316"/>
            <a:ext cx="2694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상태별 인식 처리 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-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노드 재사용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348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3801-1345-73B1-BC4D-455683B38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53A2C19-7BB6-4B8F-B088-53F2041DCA07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538815-CBEF-E37B-5659-B5091F86B485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루트모션</a:t>
            </a:r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보정</a:t>
            </a:r>
            <a:r>
              <a:rPr lang="en-US" altLang="ko-KR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</a:t>
            </a:r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–</a:t>
            </a:r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6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베지어</a:t>
            </a:r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활용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538815-CBEF-E37B-5659-B5091F86B485}"/>
              </a:ext>
            </a:extLst>
          </p:cNvPr>
          <p:cNvSpPr txBox="1"/>
          <p:nvPr/>
        </p:nvSpPr>
        <p:spPr>
          <a:xfrm>
            <a:off x="302450" y="1342316"/>
            <a:ext cx="531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디테일 문제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6FFFECF-4B1C-95DF-32C3-2D2F19BEDAFB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431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3801-1345-73B1-BC4D-455683B38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53A2C19-7BB6-4B8F-B088-53F2041DCA07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피드백 반영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538815-CBEF-E37B-5659-B5091F86B485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블렌드</a:t>
            </a:r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스페이스 보완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6FFFECF-4B1C-95DF-32C3-2D2F19BEDAFB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8BA9FCF-A704-3B2E-2B03-A0A73FB521F1}"/>
              </a:ext>
            </a:extLst>
          </p:cNvPr>
          <p:cNvSpPr txBox="1"/>
          <p:nvPr/>
        </p:nvSpPr>
        <p:spPr>
          <a:xfrm>
            <a:off x="302450" y="1342316"/>
            <a:ext cx="531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적용 전</a:t>
            </a:r>
            <a:r>
              <a:rPr lang="en-US" altLang="ko-KR" sz="120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후</a:t>
            </a:r>
            <a:endParaRPr lang="ko-KR" altLang="en-US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8570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15F932-2F2C-4A3F-7F16-1B13D352985A}"/>
              </a:ext>
            </a:extLst>
          </p:cNvPr>
          <p:cNvSpPr txBox="1"/>
          <p:nvPr/>
        </p:nvSpPr>
        <p:spPr>
          <a:xfrm>
            <a:off x="354702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진행 계획</a:t>
            </a: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(</a:t>
            </a:r>
            <a:r>
              <a:rPr lang="ko-KR" altLang="en-US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주차별</a:t>
            </a: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목표</a:t>
            </a: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)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281202"/>
              </p:ext>
            </p:extLst>
          </p:nvPr>
        </p:nvGraphicFramePr>
        <p:xfrm>
          <a:off x="420856" y="870858"/>
          <a:ext cx="11318860" cy="562941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91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7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0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28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작업 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작업 세부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1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미니엔진 구조 파악 및 기반 클래스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구성</a:t>
                      </a:r>
                      <a:endParaRPr lang="en-US" altLang="ko-KR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미니엔진 파악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게임 기반 클래스 작성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b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</a:br>
                      <a:r>
                        <a:rPr lang="en-US" altLang="ko-KR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fbx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파일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파싱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렌더링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재생</a:t>
                      </a:r>
                      <a:endParaRPr lang="ko-KR" altLang="en-US" sz="1400" strike="sng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2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시스템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물리엔진 적용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</a:p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입력 바인딩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애니메이션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블렌드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상태머신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</a:p>
                    <a:p>
                      <a:pPr latinLnBrk="1"/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물리엔진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(PhysX)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적용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입력 바인딩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로코모션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적용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루트 모션 적용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3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장애물 높이 인식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인식한 장애물에 대한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선택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및 출력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  <a:b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</a:b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위치에 따른 보정</a:t>
                      </a:r>
                      <a:endParaRPr lang="ko-KR" altLang="en-US" sz="1400" strike="sng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4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복잡한 지형 애니메이션 처리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 중간에 지붕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경사로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철봉 나열된 환경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처리</a:t>
                      </a:r>
                      <a:endParaRPr lang="en-US" altLang="ko-KR" sz="1400" strike="sngStrike" baseline="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직각으로 만나는 벽면 간 이동 처리</a:t>
                      </a:r>
                      <a:r>
                        <a:rPr lang="en-US" altLang="ko-KR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벽면에 뻗어 나온 줄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또는 기둥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환경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처리</a:t>
                      </a:r>
                      <a:endParaRPr lang="ko-KR" altLang="en-US" sz="1400" strike="sng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5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시스템 보완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미흡사항 보완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IK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적용 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시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디테일한 보정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),</a:t>
                      </a:r>
                    </a:p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데이터화 작업 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지형 인식 트리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6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strike="sng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92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7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strike="sng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15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8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마무리 및 보완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6804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329</Words>
  <Application>Microsoft Office PowerPoint</Application>
  <PresentationFormat>와이드스크린</PresentationFormat>
  <Paragraphs>62</Paragraphs>
  <Slides>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나눔바른고딕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김정환</dc:creator>
  <cp:lastModifiedBy>김정환</cp:lastModifiedBy>
  <cp:revision>670</cp:revision>
  <dcterms:created xsi:type="dcterms:W3CDTF">2026-07-02T09:06:49Z</dcterms:created>
  <dcterms:modified xsi:type="dcterms:W3CDTF">2026-07-23T09:35:47Z</dcterms:modified>
</cp:coreProperties>
</file>