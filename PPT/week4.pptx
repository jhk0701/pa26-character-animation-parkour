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2" r:id="rId2"/>
    <p:sldId id="270" r:id="rId3"/>
    <p:sldId id="271" r:id="rId4"/>
    <p:sldId id="267" r:id="rId5"/>
    <p:sldId id="272" r:id="rId6"/>
    <p:sldId id="273" r:id="rId7"/>
    <p:sldId id="261" r:id="rId8"/>
    <p:sldId id="274" r:id="rId9"/>
    <p:sldId id="266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21" autoAdjust="0"/>
  </p:normalViewPr>
  <p:slideViewPr>
    <p:cSldViewPr snapToGrid="0">
      <p:cViewPr varScale="1">
        <p:scale>
          <a:sx n="93" d="100"/>
          <a:sy n="93" d="100"/>
        </p:scale>
        <p:origin x="11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880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598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58872AD-0EA8-D7FF-FBD6-A5E1C71C1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87FA157-32B3-0FB0-76A4-93B5A34AB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1D1A14B1-622C-D37C-8C1A-B6B3F9811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18450B4E-17ED-D522-1838-815D8511A4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343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58872AD-0EA8-D7FF-FBD6-A5E1C71C1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87FA157-32B3-0FB0-76A4-93B5A34AB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1D1A14B1-622C-D37C-8C1A-B6B3F9811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18450B4E-17ED-D522-1838-815D8511A4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335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58872AD-0EA8-D7FF-FBD6-A5E1C71C1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87FA157-32B3-0FB0-76A4-93B5A34AB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1D1A14B1-622C-D37C-8C1A-B6B3F9811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18450B4E-17ED-D522-1838-815D8511A4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832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4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특수한 지형 인식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크기가 크고 간단한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형태의 지형과 함께 세부적으로 더 돌출된 형태의 지형 배치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727036"/>
            <a:ext cx="5389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 방식의 경우 크고 덩어리진 지형을 인식하는데 초점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추가된 지형은 면적이 상대적으로 작은 형태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1979" y="3842203"/>
            <a:ext cx="2543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태그 활용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1980" y="4119202"/>
            <a:ext cx="5389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여전히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캐릭터와 장애물의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결합도에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대해서 신경이 쓰이는 상황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그래서 기존에 사용하던 태그를 활용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4774124" y="5222530"/>
            <a:ext cx="1834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장애물의 유형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기타 자료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248413" y="5407197"/>
            <a:ext cx="1834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7150881" y="5409514"/>
            <a:ext cx="2517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유형을 구분해서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9175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특수한 지형 인식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2543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태그 활용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48" y="1647405"/>
            <a:ext cx="6098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좁은 봉이나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발판같은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형태의 장애물 타입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인지를 담당하는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트리에서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액터의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태그를 읽고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Default, Beam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구분하는 분기를 추가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1743249" y="4146093"/>
            <a:ext cx="3794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처리할 수 있도록 전달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887093" y="2496755"/>
            <a:ext cx="5589141" cy="38526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추가된 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83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E3DA648-5785-8201-CCD7-F4B146EDE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31234DBB-F039-BEB0-AC6F-55B73AE3153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ABADBF9-06F0-4F22-76AB-A2F83B3A3175}"/>
              </a:ext>
            </a:extLst>
          </p:cNvPr>
          <p:cNvSpPr txBox="1"/>
          <p:nvPr/>
        </p:nvSpPr>
        <p:spPr>
          <a:xfrm>
            <a:off x="302450" y="1003762"/>
            <a:ext cx="7464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후 처리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캐릭터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CB59DBA8-457E-E5E3-165C-093E13F8D46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900D37A4-34C2-C7F8-201A-CAF255E4B871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302450" y="1342316"/>
            <a:ext cx="2694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처리 결과에 따른 상태 변화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302448" y="1619315"/>
            <a:ext cx="4944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지형에 따라 캐릭터의 입력이나 동작이 달라질 필요성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적용해서 인지 결과들을 처리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1127765" y="2257048"/>
            <a:ext cx="4382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 상태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상태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일반적인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로코모션을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기반으로 이동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벽에 매달린 상태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벽에 붙어 상하좌우 이동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공중에서 떨어짐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낙하 중 이동 불가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2518600" y="5439145"/>
            <a:ext cx="34442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지형에 올라 선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좁은 지형이기에 방향에 맞게 긴 방향으로만 이동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좁은 지형 위에서만 이동할 필요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아래로 매달릴 수 있음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6926214" y="5439145"/>
            <a:ext cx="29144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지형에 매달린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봉에 매달린 것처럼 좌우로만 이동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마찬가지로 지형 내에서만 이동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가능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위로 올라갈 수 있음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127765" y="5018442"/>
            <a:ext cx="9092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추가된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2250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E3DA648-5785-8201-CCD7-F4B146EDE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31234DBB-F039-BEB0-AC6F-55B73AE3153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ABADBF9-06F0-4F22-76AB-A2F83B3A317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후 처리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캐릭터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CB59DBA8-457E-E5E3-165C-093E13F8D46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900D37A4-34C2-C7F8-201A-CAF255E4B871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287683" y="2270497"/>
            <a:ext cx="3958908" cy="5443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지형 인식 트리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1287682" y="3804345"/>
            <a:ext cx="3958908" cy="5443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</a:t>
            </a:r>
            <a:r>
              <a:rPr lang="ko-KR" altLang="en-US" dirty="0" err="1" smtClean="0"/>
              <a:t>상태머신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1287682" y="5296189"/>
            <a:ext cx="3958908" cy="5443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애니메이션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4062791" y="1390908"/>
            <a:ext cx="4187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전체적인 처리 과정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4805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E3DA648-5785-8201-CCD7-F4B146EDE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31234DBB-F039-BEB0-AC6F-55B73AE3153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ABADBF9-06F0-4F22-76AB-A2F83B3A3175}"/>
              </a:ext>
            </a:extLst>
          </p:cNvPr>
          <p:cNvSpPr txBox="1"/>
          <p:nvPr/>
        </p:nvSpPr>
        <p:spPr>
          <a:xfrm>
            <a:off x="302450" y="1003762"/>
            <a:ext cx="7464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후 처리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캐릭터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CB59DBA8-457E-E5E3-165C-093E13F8D46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900D37A4-34C2-C7F8-201A-CAF255E4B871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302450" y="2061985"/>
            <a:ext cx="3444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특수 지형에 올라 선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4499363" y="2061985"/>
            <a:ext cx="2914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특수 지형에 올라 선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8696277" y="2061984"/>
            <a:ext cx="2914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공중에서 떨어질 때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잡기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6276852" y="4330860"/>
            <a:ext cx="3444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벽면에서 특수 지형 전환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중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55105A21-BDA3-A05F-058F-200AA1B5FC2F}"/>
              </a:ext>
            </a:extLst>
          </p:cNvPr>
          <p:cNvSpPr txBox="1"/>
          <p:nvPr/>
        </p:nvSpPr>
        <p:spPr>
          <a:xfrm>
            <a:off x="1617422" y="4330859"/>
            <a:ext cx="3444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&lt;-&gt;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특수 지형 전환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0213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루트모션 보정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531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 문제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xmlns="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2899312"/>
            <a:ext cx="5310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지형이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작아지면서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더 정확한 이동이 보장되어야 함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이를 위해서 기존 루트모션 보정 기능에 베지어 곡선을 활용하도록 구현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661293"/>
            <a:ext cx="53109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루트모션의 특징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장점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애니메이션에 맞는 정확한 움직임 구현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모션의 범위가 큰 경우 쓰기가 까다로움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보정이 불가피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디테일하게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오브젝트에 닿도록 하기 위한 보정이 필요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하지만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모션의 움직이는 범위가 크면 클 수록 보정할 거리가 커짐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7962033" y="5096269"/>
            <a:ext cx="531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결과로 도달해야 할 목표점을 알고 있음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633946" y="3813127"/>
            <a:ext cx="3958908" cy="22572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베지어 곡선 적용 예상도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6431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루트모션 보정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531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 문제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xmlns="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661233"/>
            <a:ext cx="53109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베지어를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활용한 보정의 조건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모션이 간결해야 함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움직이는 범위가 넓은 모션은 오히려 불리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가능한 빠른 모션일 수록 유리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움직이는 길이가 길수록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어색해보임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2774521" y="3216098"/>
            <a:ext cx="11430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어색한 예시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6905308" y="3216097"/>
            <a:ext cx="2166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비교적 잘 적용된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예시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5076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피드백 반영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블렌드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스페이스 보완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xmlns="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8BA9FCF-A704-3B2E-2B03-A0A73FB521F1}"/>
              </a:ext>
            </a:extLst>
          </p:cNvPr>
          <p:cNvSpPr txBox="1"/>
          <p:nvPr/>
        </p:nvSpPr>
        <p:spPr>
          <a:xfrm>
            <a:off x="302450" y="1342316"/>
            <a:ext cx="34167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디버깅용 </a:t>
            </a:r>
            <a:r>
              <a:rPr lang="en-US" altLang="ko-KR" sz="120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UI</a:t>
            </a:r>
            <a:endParaRPr lang="ko-KR" altLang="en-US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08BA9FCF-A704-3B2E-2B03-A0A73FB521F1}"/>
              </a:ext>
            </a:extLst>
          </p:cNvPr>
          <p:cNvSpPr txBox="1"/>
          <p:nvPr/>
        </p:nvSpPr>
        <p:spPr>
          <a:xfrm>
            <a:off x="-42876" y="1819369"/>
            <a:ext cx="16924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8570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281202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</TotalTime>
  <Words>591</Words>
  <Application>Microsoft Office PowerPoint</Application>
  <PresentationFormat>와이드스크린</PresentationFormat>
  <Paragraphs>129</Paragraphs>
  <Slides>10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나눔바른고딕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810</cp:revision>
  <dcterms:created xsi:type="dcterms:W3CDTF">2026-07-02T09:06:49Z</dcterms:created>
  <dcterms:modified xsi:type="dcterms:W3CDTF">2026-07-23T13:12:33Z</dcterms:modified>
</cp:coreProperties>
</file>