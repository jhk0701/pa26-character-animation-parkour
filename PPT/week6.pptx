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62" r:id="rId2"/>
    <p:sldId id="278" r:id="rId3"/>
    <p:sldId id="280" r:id="rId4"/>
    <p:sldId id="290" r:id="rId5"/>
    <p:sldId id="281" r:id="rId6"/>
    <p:sldId id="282" r:id="rId7"/>
    <p:sldId id="284" r:id="rId8"/>
    <p:sldId id="279" r:id="rId9"/>
    <p:sldId id="285" r:id="rId10"/>
    <p:sldId id="286" r:id="rId11"/>
    <p:sldId id="287" r:id="rId12"/>
    <p:sldId id="288" r:id="rId13"/>
    <p:sldId id="289" r:id="rId14"/>
    <p:sldId id="265" r:id="rId15"/>
  </p:sldIdLst>
  <p:sldSz cx="12192000" cy="6858000"/>
  <p:notesSz cx="6858000" cy="9144000"/>
  <p:embeddedFontLst>
    <p:embeddedFont>
      <p:font typeface="맑은 고딕" panose="020B0503020000020004" pitchFamily="34" charset="-127"/>
      <p:regular r:id="rId17"/>
      <p:bold r:id="rId18"/>
    </p:embeddedFont>
    <p:embeddedFont>
      <p:font typeface="나눔바른고딕" panose="020B0603020101020101" pitchFamily="34" charset="-127"/>
      <p:regular r:id="rId19"/>
      <p:bold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312" autoAdjust="0"/>
  </p:normalViewPr>
  <p:slideViewPr>
    <p:cSldViewPr snapToGrid="0">
      <p:cViewPr>
        <p:scale>
          <a:sx n="66" d="100"/>
          <a:sy n="66" d="100"/>
        </p:scale>
        <p:origin x="8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762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798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A8A9F5-7FAD-EA63-4B9A-5846B7E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02E732-321E-64DE-26A7-11C0FFAC9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0414D46E-19A2-3FE0-BD28-64F8E1AA2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DEE4F259-EAD0-3E0A-4FEE-201702197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8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EF1E15-50B0-7CD5-5CD9-AF14260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2C5E0A1A-0F25-DCCA-903B-AF336B34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378C4E44-1823-534F-C317-628BA12DF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DD898966-BE35-B09B-403B-482EAD85F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3820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C90BDA-805E-3810-7AC0-6461A3B05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1E6C3313-1968-467F-E98C-5C86AAD5D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06C7B1B1-2165-67D8-CD12-9DB8174DA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E0E81CD0-9089-C7DA-75CD-CA965606E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2704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4E1B068-BCF9-DF67-6E29-01EF82BB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925E688F-A200-C65E-6A69-AFC1F3DB5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B0141520-229E-D6BA-1D69-806FABD3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CD6B0D90-DC5B-3AE6-13C9-4AD3D2986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86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50ECA6-11FC-1DB9-A06D-63BBB0A7C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5941A8E8-300D-2CD2-F859-3730FEB50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FDE2D11D-E2A8-65CA-3163-987BE0049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908F4815-000D-BD80-CD19-2FA5D55D5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320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DA3B39-8894-5F9A-934E-FCF5B21F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B4F1F109-881F-1045-0558-BD4713E8A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50B3D547-C55C-7D84-2362-21E153F0B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F25ED412-6A91-4910-2C5B-30D9A592C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652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0DC35D4-0EB2-D96E-FEC2-15DE35D2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99637B56-09F8-D88B-57B1-AA984EE2B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B385C1FD-EB20-045C-494E-90A4493EC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356638F2-87D8-5072-51A8-E438416CD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98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6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폴리싱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테스트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2A46B86B-2A5E-39F7-A0B5-6BB8D1D20358}"/>
              </a:ext>
            </a:extLst>
          </p:cNvPr>
          <p:cNvSpPr/>
          <p:nvPr/>
        </p:nvSpPr>
        <p:spPr>
          <a:xfrm>
            <a:off x="769545" y="2359742"/>
            <a:ext cx="10058399" cy="41134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/>
                </a:solidFill>
              </a:rPr>
              <a:t>결과 영상</a:t>
            </a:r>
            <a:endParaRPr lang="en-US" altLang="ko-KR" dirty="0">
              <a:solidFill>
                <a:schemeClr val="accent1"/>
              </a:solidFill>
            </a:endParaRPr>
          </a:p>
          <a:p>
            <a:pPr algn="ctr"/>
            <a:r>
              <a:rPr lang="en-US" altLang="ko-KR" dirty="0">
                <a:solidFill>
                  <a:schemeClr val="accent1"/>
                </a:solidFill>
              </a:rPr>
              <a:t>1m~2m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302450" y="1342316"/>
            <a:ext cx="5138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지난 주 지형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인식과 처리 결과 분리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후속 작업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>
              <a:lnSpc>
                <a:spcPct val="150000"/>
              </a:lnSpc>
            </a:pP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작업 대상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 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조건과 출력할 모션 정보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매칭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C09C16A-35D2-48AD-4061-2C115EAF7976}"/>
              </a:ext>
            </a:extLst>
          </p:cNvPr>
          <p:cNvSpPr txBox="1"/>
          <p:nvPr/>
        </p:nvSpPr>
        <p:spPr>
          <a:xfrm>
            <a:off x="302449" y="3055241"/>
            <a:ext cx="51386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구조적 문제점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과정을 트리 구조로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결과는 무수히 많아질 수 있는데 이걸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처리하고 있는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처리해야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할 조건들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상황들은 많은데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/>
            </a:r>
            <a:b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이것들을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일일히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에서 코드로 처리하는 것은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비효율적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인식의 경우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추가는 용이하지만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처리하는 방식이 이를 따라가지 못하는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974" y="1039909"/>
            <a:ext cx="2693612" cy="264264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689" y="4426874"/>
            <a:ext cx="4448671" cy="2065772"/>
          </a:xfrm>
          <a:prstGeom prst="rect">
            <a:avLst/>
          </a:prstGeom>
        </p:spPr>
      </p:pic>
      <p:sp>
        <p:nvSpPr>
          <p:cNvPr id="7" name="아래쪽 화살표 6"/>
          <p:cNvSpPr/>
          <p:nvPr/>
        </p:nvSpPr>
        <p:spPr>
          <a:xfrm>
            <a:off x="8698213" y="3850001"/>
            <a:ext cx="419624" cy="4503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1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16" y="3161806"/>
            <a:ext cx="4346545" cy="287111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2527905" y="2489172"/>
            <a:ext cx="1859815" cy="369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단계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측정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7039361" y="2489172"/>
            <a:ext cx="2817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단계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조건에 맞는 모션 찾기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538" y="2933248"/>
            <a:ext cx="4845532" cy="33485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E8CCFE6E-0F8B-0AFD-783E-1814D9C177FA}"/>
              </a:ext>
            </a:extLst>
          </p:cNvPr>
          <p:cNvSpPr txBox="1"/>
          <p:nvPr/>
        </p:nvSpPr>
        <p:spPr>
          <a:xfrm>
            <a:off x="302449" y="1342316"/>
            <a:ext cx="682262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결과를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하지 않고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마찬가지로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추가하기 용이한 방법으로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479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549640-3534-B328-F19D-483A4CB1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1A3C1A3-4416-EBEB-03C5-ADA3B9DDFD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B280500D-53D9-B8BE-35B6-A5F3FD71B9BB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337E7D7-473D-730B-07F1-97FF6521A5E0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8B3FCCC0-FB7B-8632-1ACD-EB0F3BD1468A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1ECF1401-017B-8423-172E-E3F163EFB8EB}"/>
              </a:ext>
            </a:extLst>
          </p:cNvPr>
          <p:cNvSpPr txBox="1"/>
          <p:nvPr/>
        </p:nvSpPr>
        <p:spPr>
          <a:xfrm>
            <a:off x="302450" y="1342316"/>
            <a:ext cx="5138684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트리의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상태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변수 등을 통한 경우에 따른 지형 인식 동작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xmlns="" id="{A6DA15CE-5F24-FFF6-A074-18E1A83481E6}"/>
              </a:ext>
            </a:extLst>
          </p:cNvPr>
          <p:cNvGrpSpPr/>
          <p:nvPr/>
        </p:nvGrpSpPr>
        <p:grpSpPr>
          <a:xfrm>
            <a:off x="7971964" y="1480815"/>
            <a:ext cx="3517030" cy="5044698"/>
            <a:chOff x="7535008" y="1480815"/>
            <a:chExt cx="3222192" cy="462179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xmlns="" id="{3A214DBD-1651-1475-989A-E14493702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35008" y="1480815"/>
              <a:ext cx="3222192" cy="462179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xmlns="" id="{F9E65E49-A8A8-BBD3-74E0-04B6A2EFAA36}"/>
                </a:ext>
              </a:extLst>
            </p:cNvPr>
            <p:cNvSpPr/>
            <p:nvPr/>
          </p:nvSpPr>
          <p:spPr>
            <a:xfrm>
              <a:off x="7962901" y="2100263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xmlns="" id="{23AD9AF1-9D94-6237-6A92-1A3A5817628C}"/>
                </a:ext>
              </a:extLst>
            </p:cNvPr>
            <p:cNvSpPr/>
            <p:nvPr/>
          </p:nvSpPr>
          <p:spPr>
            <a:xfrm>
              <a:off x="7962900" y="3148013"/>
              <a:ext cx="1752599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연결선: 꺾임 14">
              <a:extLst>
                <a:ext uri="{FF2B5EF4-FFF2-40B4-BE49-F238E27FC236}">
                  <a16:creationId xmlns:a16="http://schemas.microsoft.com/office/drawing/2014/main" xmlns="" id="{DAB8CAF1-FB11-9067-1644-667819E60FB0}"/>
                </a:ext>
              </a:extLst>
            </p:cNvPr>
            <p:cNvCxnSpPr>
              <a:cxnSpLocks/>
              <a:stCxn id="7" idx="3"/>
              <a:endCxn id="13" idx="0"/>
            </p:cNvCxnSpPr>
            <p:nvPr/>
          </p:nvCxnSpPr>
          <p:spPr>
            <a:xfrm flipH="1">
              <a:off x="8839200" y="2181226"/>
              <a:ext cx="44451" cy="966787"/>
            </a:xfrm>
            <a:prstGeom prst="bentConnector4">
              <a:avLst>
                <a:gd name="adj1" fmla="val -514274"/>
                <a:gd name="adj2" fmla="val 54187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xmlns="" id="{2DC80D0A-EBA1-DF24-6345-7929413EC1D8}"/>
                </a:ext>
              </a:extLst>
            </p:cNvPr>
            <p:cNvSpPr/>
            <p:nvPr/>
          </p:nvSpPr>
          <p:spPr>
            <a:xfrm>
              <a:off x="8151514" y="3767461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xmlns="" id="{3B3F4FF5-4D70-71E7-C892-86F125617051}"/>
                </a:ext>
              </a:extLst>
            </p:cNvPr>
            <p:cNvSpPr/>
            <p:nvPr/>
          </p:nvSpPr>
          <p:spPr>
            <a:xfrm>
              <a:off x="8151514" y="4322910"/>
              <a:ext cx="1843512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xmlns="" id="{0E207835-0D29-1B22-9A3F-4DEAA7DB59AE}"/>
                </a:ext>
              </a:extLst>
            </p:cNvPr>
            <p:cNvCxnSpPr>
              <a:cxnSpLocks/>
              <a:stCxn id="18" idx="3"/>
              <a:endCxn id="20" idx="3"/>
            </p:cNvCxnSpPr>
            <p:nvPr/>
          </p:nvCxnSpPr>
          <p:spPr>
            <a:xfrm>
              <a:off x="9072264" y="3848424"/>
              <a:ext cx="922762" cy="614980"/>
            </a:xfrm>
            <a:prstGeom prst="bentConnector3">
              <a:avLst>
                <a:gd name="adj1" fmla="val 124773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50" y="2414154"/>
            <a:ext cx="7498781" cy="3688454"/>
          </a:xfrm>
          <a:prstGeom prst="rect">
            <a:avLst/>
          </a:prstGeom>
        </p:spPr>
      </p:pic>
      <p:cxnSp>
        <p:nvCxnSpPr>
          <p:cNvPr id="23" name="연결선: 꺾임 14">
            <a:extLst>
              <a:ext uri="{FF2B5EF4-FFF2-40B4-BE49-F238E27FC236}">
                <a16:creationId xmlns:a16="http://schemas.microsoft.com/office/drawing/2014/main" xmlns="" id="{DAB8CAF1-FB11-9067-1644-667819E60FB0}"/>
              </a:ext>
            </a:extLst>
          </p:cNvPr>
          <p:cNvCxnSpPr>
            <a:cxnSpLocks/>
          </p:cNvCxnSpPr>
          <p:nvPr/>
        </p:nvCxnSpPr>
        <p:spPr>
          <a:xfrm flipV="1">
            <a:off x="3657600" y="1898647"/>
            <a:ext cx="4201872" cy="1389859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1ECF1401-017B-8423-172E-E3F163EFB8EB}"/>
              </a:ext>
            </a:extLst>
          </p:cNvPr>
          <p:cNvSpPr txBox="1"/>
          <p:nvPr/>
        </p:nvSpPr>
        <p:spPr>
          <a:xfrm>
            <a:off x="2662547" y="6179264"/>
            <a:ext cx="51386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단에서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노드들을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상속해서 상황에 맞게 세부 동작을 구현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67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0D40794-C860-43E7-F9ED-71A8381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94998307-14E9-A7BB-377D-CF5C660A48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776" t="22743" r="17893" b="47427"/>
          <a:stretch/>
        </p:blipFill>
        <p:spPr>
          <a:xfrm>
            <a:off x="6380985" y="939381"/>
            <a:ext cx="2158073" cy="1167434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366" y="2165898"/>
            <a:ext cx="6046619" cy="4139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2B74064-1CF1-64B6-B967-87A34DBEBA5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0EDB4A4-AD43-7437-1751-585C2EE07962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5881176A-B630-2E6B-975F-F70B31FECDC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1076178A-F76B-2754-F98B-62FC7E00E19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D2EE7006-8FDB-6FA8-36D5-06293A0CF1E2}"/>
              </a:ext>
            </a:extLst>
          </p:cNvPr>
          <p:cNvSpPr txBox="1"/>
          <p:nvPr/>
        </p:nvSpPr>
        <p:spPr>
          <a:xfrm>
            <a:off x="302450" y="1342316"/>
            <a:ext cx="5138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 조건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데이터화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 모션이 선택되기 위한 조건들의 묶음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xmlns="" id="{626AF803-A46C-A563-26C1-DC47EB5CBE9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8025"/>
          <a:stretch/>
        </p:blipFill>
        <p:spPr>
          <a:xfrm>
            <a:off x="9036454" y="4677414"/>
            <a:ext cx="2813435" cy="17794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59294F2D-ECCD-F62C-6CB8-6A61C54D819A}"/>
              </a:ext>
            </a:extLst>
          </p:cNvPr>
          <p:cNvSpPr txBox="1"/>
          <p:nvPr/>
        </p:nvSpPr>
        <p:spPr>
          <a:xfrm>
            <a:off x="7870285" y="4888203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DC5D9207-25EB-035F-5DCB-626072ECDBD4}"/>
              </a:ext>
            </a:extLst>
          </p:cNvPr>
          <p:cNvSpPr txBox="1"/>
          <p:nvPr/>
        </p:nvSpPr>
        <p:spPr>
          <a:xfrm>
            <a:off x="9003461" y="4053170"/>
            <a:ext cx="9252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 합성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3EDC0331-B6CA-958E-7125-B577FD65F081}"/>
              </a:ext>
            </a:extLst>
          </p:cNvPr>
          <p:cNvSpPr txBox="1"/>
          <p:nvPr/>
        </p:nvSpPr>
        <p:spPr>
          <a:xfrm>
            <a:off x="9003461" y="6472075"/>
            <a:ext cx="1067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조건 </a:t>
            </a:r>
            <a:r>
              <a:rPr lang="en-US" altLang="ko-KR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– </a:t>
            </a:r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액션 매핑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b="32937"/>
          <a:stretch/>
        </p:blipFill>
        <p:spPr>
          <a:xfrm>
            <a:off x="6380985" y="3629097"/>
            <a:ext cx="2158073" cy="117894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0985" y="2165898"/>
            <a:ext cx="2158073" cy="138303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1570" y="939382"/>
            <a:ext cx="2944414" cy="3066562"/>
          </a:xfrm>
          <a:prstGeom prst="rect">
            <a:avLst/>
          </a:prstGeom>
        </p:spPr>
      </p:pic>
      <p:sp>
        <p:nvSpPr>
          <p:cNvPr id="7" name="오른쪽 중괄호 6"/>
          <p:cNvSpPr/>
          <p:nvPr/>
        </p:nvSpPr>
        <p:spPr>
          <a:xfrm>
            <a:off x="8635406" y="1523098"/>
            <a:ext cx="256599" cy="299212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아래쪽 화살표 8"/>
          <p:cNvSpPr/>
          <p:nvPr/>
        </p:nvSpPr>
        <p:spPr>
          <a:xfrm>
            <a:off x="10396470" y="4080291"/>
            <a:ext cx="195629" cy="52277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754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B6C87CA-FBA0-1129-2CD2-B7595C90C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77FE9DB-6D36-3752-E690-70E8B6E217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85139DE7-8E55-0D67-0B7E-3427D1146A8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1F5D6D6D-B1AA-D0F0-5BEC-5A1116B9B75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F02250AE-83E3-72FA-BE0F-035FE27B7CE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D3FF80F-4A63-E7D7-CC28-F6B2D2F05A83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작동 과정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xmlns="" id="{0740C2F9-7A33-5697-3852-4CC9C7440513}"/>
              </a:ext>
            </a:extLst>
          </p:cNvPr>
          <p:cNvSpPr/>
          <p:nvPr/>
        </p:nvSpPr>
        <p:spPr>
          <a:xfrm>
            <a:off x="3486991" y="2209384"/>
            <a:ext cx="4364578" cy="33063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연결과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컴포넌트 흐름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144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xmlns="" id="{882AF4B5-EDA2-1820-BA45-BE5BEC846ABC}"/>
              </a:ext>
            </a:extLst>
          </p:cNvPr>
          <p:cNvSpPr/>
          <p:nvPr/>
        </p:nvSpPr>
        <p:spPr>
          <a:xfrm>
            <a:off x="1733738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8CD54640-16D0-6184-2B2B-58AF16D76054}"/>
              </a:ext>
            </a:extLst>
          </p:cNvPr>
          <p:cNvSpPr/>
          <p:nvPr/>
        </p:nvSpPr>
        <p:spPr>
          <a:xfrm>
            <a:off x="6268016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FA86296-173C-4AC2-A55F-D30AFCB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887BFEF-E1BD-42E7-5862-15A8B92AD0E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584577B-DDFD-04C0-8325-711E292A17D8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B8A80CFC-DFA8-D9B5-4A33-5D6D856774E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8CE27908-B35F-A041-B2CF-3D7698DCD08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60689D22-0DA1-7A1E-CECB-EC31F0063E61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82E8436-9881-CBB7-FD72-2A84E303A454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5CEF6D9A-E641-4C3C-D3A0-1AB138A6686E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인식 과정 트리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xmlns="" id="{3753B949-0A30-2B30-B95A-A5D6F341C4BC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처리 조건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88334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974F786-0106-0EA4-FB07-6C517269E920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7B785176-81DD-7D2E-530B-971CA461B933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05832E80-A59D-9F14-5DAB-D51BFF4C47A1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57E9570B-25D7-061D-8946-9CCEBBC71B1A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3477D4-BD5D-3DBD-B86A-E63784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B3D4C48-C9B6-2723-62D6-3C3423234E2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E7561B-2601-8964-C60A-A06666E075A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FF4DFF75-B56F-0D06-5F2D-FAA6D843192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0DF710DC-46C3-282A-F05D-2E1E8F2688E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5AE084B-0F8B-85C4-24B9-65173EE9AF3C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 절벽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51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2E2D3C-D67E-389C-8B5D-2E66EC8A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90A0E75-A5AA-F7AB-A801-B2F2FF950B0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F587D1D-A0BD-C302-295B-E7751EB032EF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117F9F2-0758-5878-BE9B-248BB92DF38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DA601187-C0A6-B0D1-82CA-2DBC6FD5DB1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EB78774-6333-8AD0-E6D1-CAB9471C443D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옥상에서 장애물 처리 및 낙하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5459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CD7694-15C9-2B5F-2454-CCD6068E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AEECA0C-9A32-F3E5-E975-1FDB1339F91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C94AD87-D564-2675-2F05-8F123D60485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AEC0AE64-6745-F3AF-9F4D-3B0CF04F691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02400626-BD59-190A-81E2-83D54499C5F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61CE754C-ED0F-6AE7-84F9-D3459044443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타 장애물 캐치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876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76629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</a:t>
                      </a:r>
                      <a:r>
                        <a:rPr lang="ko-KR" altLang="en-US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수정</a:t>
                      </a:r>
                      <a:r>
                        <a:rPr lang="en-US" altLang="ko-KR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 결과 조건 처리 데이터화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1217</TotalTime>
  <Words>678</Words>
  <Application>Microsoft Office PowerPoint</Application>
  <PresentationFormat>와이드스크린</PresentationFormat>
  <Paragraphs>151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나눔바른고딕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1393</cp:revision>
  <dcterms:created xsi:type="dcterms:W3CDTF">2026-07-02T09:06:49Z</dcterms:created>
  <dcterms:modified xsi:type="dcterms:W3CDTF">2026-08-06T17:47:53Z</dcterms:modified>
</cp:coreProperties>
</file>