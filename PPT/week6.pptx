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62" r:id="rId2"/>
    <p:sldId id="278" r:id="rId3"/>
    <p:sldId id="280" r:id="rId4"/>
    <p:sldId id="281" r:id="rId5"/>
    <p:sldId id="282" r:id="rId6"/>
    <p:sldId id="283" r:id="rId7"/>
    <p:sldId id="284" r:id="rId8"/>
    <p:sldId id="279" r:id="rId9"/>
    <p:sldId id="285" r:id="rId10"/>
    <p:sldId id="286" r:id="rId11"/>
    <p:sldId id="287" r:id="rId12"/>
    <p:sldId id="288" r:id="rId13"/>
    <p:sldId id="289" r:id="rId14"/>
    <p:sldId id="265" r:id="rId15"/>
  </p:sldIdLst>
  <p:sldSz cx="12192000" cy="6858000"/>
  <p:notesSz cx="6858000" cy="9144000"/>
  <p:embeddedFontLst>
    <p:embeddedFont>
      <p:font typeface="나눔바른고딕" panose="020B0603020101020101" pitchFamily="50" charset="-127"/>
      <p:regular r:id="rId17"/>
      <p:bold r:id="rId18"/>
    </p:embeddedFont>
    <p:embeddedFont>
      <p:font typeface="맑은 고딕" panose="020B0503020000020004" pitchFamily="50" charset="-127"/>
      <p:regular r:id="rId19"/>
      <p:bold r:id="rId2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38960-BC67-841A-1008-8ED7410D5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A2A7C5-4DBD-6DA0-D4C4-9F15814544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DC0F1D-EE0C-3681-61B0-1DEA4C2B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2BD183-004B-E054-798A-87423BE18F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07623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A9F5-7FAD-EA63-4B9A-5846B7E22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02E732-321E-64DE-26A7-11C0FFAC97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14D46E-19A2-3FE0-BD28-64F8E1AA2D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E4F259-EAD0-3E0A-4FEE-201702197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71285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F1E15-50B0-7CD5-5CD9-AF142606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E0A1A-0F25-DCCA-903B-AF336B347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8C4E44-1823-534F-C317-628BA12DF2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898966-BE35-B09B-403B-482EAD85F6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5382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A8CD-060B-520A-1539-B50E08D82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ECCCAC-5625-D489-0D80-E44820EBB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DE29CD-63EC-784A-64E7-B6B5232236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A896FB-CC67-A4DC-2394-10F168A5FF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78193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0BDA-805E-3810-7AC0-6461A3B05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6C3313-1968-467F-E98C-5C86AAD5D8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C7B1B1-2165-67D8-CD12-9DB8174DA0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81CD0-9089-C7DA-75CD-CA965606E2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27043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81C7-E434-47DB-6ACF-69FCF79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DD29801-CBD4-2FA8-2EA2-88B9857B6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05474EC-565F-6D80-B904-9D4B86842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390A5-EAE6-1386-7936-D6AF28666E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996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1B068-BCF9-DF67-6E29-01EF82BB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5E688F-A200-C65E-6A69-AFC1F3DB5E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141520-229E-D6BA-1D69-806FABD37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6B0D90-DC5B-3AE6-13C9-4AD3D29862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01867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DADBC-6CCF-EA69-5FBA-13CF2A01C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BCCC5F-F401-9A94-2426-2B481E6D9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47BFC0-7061-2FD7-CC0E-5E10DDF4D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8764C0-AB41-E0B8-5881-76F2E6C708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77990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0ECA6-11FC-1DB9-A06D-63BBB0A7C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941A8E8-300D-2CD2-F859-3730FEB50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E2D11D-E2A8-65CA-3163-987BE00490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F4815-000D-BD80-CD19-2FA5D55D5A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320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A3B39-8894-5F9A-934E-FCF5B21FE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F1F109-881F-1045-0558-BD4713E8A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B3D547-C55C-7D84-2362-21E153F0B1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5ED412-6A91-4910-2C5B-30D9A592C4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652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C35D4-0EB2-D96E-FEC2-15DE35D29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637B56-09F8-D88B-57B1-AA984EE2B7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85C1FD-EB20-045C-494E-90A4493EC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6638F2-87D8-5072-51A8-E438416CD8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798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2026-08-06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6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주요 작업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3BDF7-0C17-3E65-3F95-62AEFEB0CD86}"/>
              </a:ext>
            </a:extLst>
          </p:cNvPr>
          <p:cNvSpPr txBox="1"/>
          <p:nvPr/>
        </p:nvSpPr>
        <p:spPr>
          <a:xfrm>
            <a:off x="302450" y="1342316"/>
            <a:ext cx="5138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적용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디테일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폴리싱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복잡한 지형 연속 구간 테스트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A46B86B-2A5E-39F7-A0B5-6BB8D1D20358}"/>
              </a:ext>
            </a:extLst>
          </p:cNvPr>
          <p:cNvSpPr/>
          <p:nvPr/>
        </p:nvSpPr>
        <p:spPr>
          <a:xfrm>
            <a:off x="769545" y="2083785"/>
            <a:ext cx="10058399" cy="438943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1"/>
                </a:solidFill>
              </a:rPr>
              <a:t>결과 영상</a:t>
            </a:r>
            <a:endParaRPr lang="en-US" altLang="ko-KR" dirty="0">
              <a:solidFill>
                <a:schemeClr val="accent1"/>
              </a:solidFill>
            </a:endParaRPr>
          </a:p>
          <a:p>
            <a:pPr algn="ctr"/>
            <a:r>
              <a:rPr lang="en-US" altLang="ko-KR" dirty="0">
                <a:solidFill>
                  <a:schemeClr val="accent1"/>
                </a:solidFill>
              </a:rPr>
              <a:t>1m~2m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567D0-8D8D-4F82-AAD7-B0FF119C0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A448F56-014E-4B94-FB44-E56AECD3FEB6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16BC8B-3E9C-4B1A-E79B-6ACB06F238D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25FDA88-AB34-8322-EAD0-B9E3833A296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45848D8-1587-C15E-4275-1CAD486BF1EB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4EBD0C-7AD4-F15A-16EF-C7AFB68FB270}"/>
              </a:ext>
            </a:extLst>
          </p:cNvPr>
          <p:cNvSpPr txBox="1"/>
          <p:nvPr/>
        </p:nvSpPr>
        <p:spPr>
          <a:xfrm>
            <a:off x="302450" y="1342316"/>
            <a:ext cx="51386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처리 결과 분리 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후속 작업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 형태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처리 조건과 적용 대상 모션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4217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9640-3534-B328-F19D-483A4CB1A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A3C1A3-4416-EBEB-03C5-ADA3B9DDFD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80500D-53D9-B8BE-35B6-A5F3FD71B9BB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337E7D7-473D-730B-07F1-97FF6521A5E0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3FCCC0-FB7B-8632-1ACD-EB0F3BD1468A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CF1401-017B-8423-172E-E3F163EFB8EB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트리의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670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40794-C860-43E7-F9ED-71A8381C4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B74064-1CF1-64B6-B967-87A34DBEBA5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EDB4A4-AD43-7437-1751-585C2EE07962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81176A-B630-2E6B-975F-F70B31FECDCA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076178A-F76B-2754-F98B-62FC7E00E197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EE7006-8FDB-6FA8-36D5-06293A0CF1E2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처리 결과 조건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754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95AF-D319-2365-EC57-EAE534183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DAE5240-9B2D-78CF-0442-8B81D93E3D0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D7367-BCF0-D483-53D4-D8A697B6BDE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52A268F-3E5E-2B11-0AD7-A86D14C6613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258C093-2B88-545E-EF7D-3487CC8A13F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2C1419-AADF-3530-B23B-76E90DC1FACE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클립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모션 태그 맵핑 데이터화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353389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C87CA-FBA0-1129-2CD2-B7595C90C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77FE9DB-6D36-3752-E690-70E8B6E2179F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139DE7-8E55-0D67-0B7E-3427D1146A81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결과 데이터화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F5D6D6D-B1AA-D0F0-5BEC-5A1116B9B75D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02250AE-83E3-72FA-BE0F-035FE27B7CE3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3FF80F-4A63-E7D7-CC28-F6B2D2F05A83}"/>
              </a:ext>
            </a:extLst>
          </p:cNvPr>
          <p:cNvSpPr txBox="1"/>
          <p:nvPr/>
        </p:nvSpPr>
        <p:spPr>
          <a:xfrm>
            <a:off x="302450" y="1342316"/>
            <a:ext cx="5138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작동 과정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121449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0A15A-753E-D76E-7EA6-D7EC3C7C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CAEF54E-C261-DAEA-E241-FDBE88008C1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834159-A529-642E-DA72-BC14004E679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DA84CF49-B3AE-55A6-B5C8-1AFB4918352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0BE5BF5-965D-78BB-5728-A037B8A2E486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66076-5195-604B-D474-8C276C9406C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3C5630-512F-1962-4801-A817035479B0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82AF4B5-EDA2-1820-BA45-BE5BEC846ABC}"/>
              </a:ext>
            </a:extLst>
          </p:cNvPr>
          <p:cNvSpPr/>
          <p:nvPr/>
        </p:nvSpPr>
        <p:spPr>
          <a:xfrm>
            <a:off x="1733738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CD54640-16D0-6184-2B2B-58AF16D76054}"/>
              </a:ext>
            </a:extLst>
          </p:cNvPr>
          <p:cNvSpPr/>
          <p:nvPr/>
        </p:nvSpPr>
        <p:spPr>
          <a:xfrm>
            <a:off x="6268016" y="3365626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예시 이미지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19208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86296-173C-4AC2-A55F-D30AFCB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887BFEF-E1BD-42E7-5862-15A8B92AD0E2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4577B-DDFD-04C0-8325-711E292A17D8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8A80CFC-DFA8-D9B5-4A33-5D6D856774E9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CE27908-B35F-A041-B2CF-3D7698DCD08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689D22-0DA1-7A1E-CECB-EC31F0063E61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2E8436-9881-CBB7-FD72-2A84E303A454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CEF6D9A-E641-4C3C-D3A0-1AB138A6686E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인식 과정 트리</a:t>
            </a:r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753B949-0A30-2B30-B95A-A5D6F341C4BC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처리 조건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88334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C5628-6096-007D-4F9A-097D06E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CBC9F85-F7A3-3F83-1806-6A8A789EB67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273E2F-7739-7201-81F8-1F5E095D26E7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타입 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40C969E-FCF4-2ECC-59EC-50B8643A5B76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205B8F-1C93-C984-E61E-45A53634FE3C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4F786-0106-0EA4-FB07-6C517269E920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돌출부 유형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785176-81DD-7D2E-530B-971CA461B933}"/>
              </a:ext>
            </a:extLst>
          </p:cNvPr>
          <p:cNvSpPr txBox="1"/>
          <p:nvPr/>
        </p:nvSpPr>
        <p:spPr>
          <a:xfrm>
            <a:off x="302449" y="1727036"/>
            <a:ext cx="652075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대체로 매끈한 면보다는 돌출된 부분을 이용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모사하고자 돌출부 유형을 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독립적으로 있진 않고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다른 장애물에 부속으로 추가된 형태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인식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우선해서 인식처리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과정에서 우선순위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5832E80-A59D-9F14-5DAB-D51BFF4C47A1}"/>
              </a:ext>
            </a:extLst>
          </p:cNvPr>
          <p:cNvSpPr/>
          <p:nvPr/>
        </p:nvSpPr>
        <p:spPr>
          <a:xfrm>
            <a:off x="1333769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1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7E9570B-25D7-061D-8946-9CCEBBC71B1A}"/>
              </a:ext>
            </a:extLst>
          </p:cNvPr>
          <p:cNvSpPr/>
          <p:nvPr/>
        </p:nvSpPr>
        <p:spPr>
          <a:xfrm>
            <a:off x="6096000" y="3429000"/>
            <a:ext cx="4246075" cy="25768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적용 영상 </a:t>
            </a:r>
            <a:r>
              <a:rPr lang="en-US" altLang="ko-K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39725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477D4-BD5D-3DBD-B86A-E63784778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B3D4C48-C9B6-2723-62D6-3C3423234E28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E7561B-2601-8964-C60A-A06666E075AB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F4DFF75-B56F-0D06-5F2D-FAA6D843192E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F710DC-46C3-282A-F05D-2E1E8F2688E5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5AE084B-0F8B-85C4-24B9-65173EE9AF3C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단순 절벽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514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E2D3C-D67E-389C-8B5D-2E66EC8AE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A0E75-A5AA-F7AB-A801-B2F2FF950B0E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587D1D-A0BD-C302-295B-E7751EB032EF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117F9F2-0758-5878-BE9B-248BB92DF383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A601187-C0A6-B0D1-82CA-2DBC6FD5DB1E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78774-6333-8AD0-E6D1-CAB9471C443D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옥상에서 장애물 처리 및 낙하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35459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D7694-15C9-2B5F-2454-CCD6068E8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AEECA0C-9A32-F3E5-E975-1FDB1339F91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87-D564-2675-2F05-8F123D604850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전반적인 테스트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EC0AE64-6745-F3AF-9F4D-3B0CF04F6912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400626-BD59-190A-81E2-83D54499C5F9}"/>
              </a:ext>
            </a:extLst>
          </p:cNvPr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CE754C-ED0F-6AE7-84F9-D34590444436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유형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공중에서 타 장애물 캐치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87670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8274248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유형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추가적으로 복잡한 지형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처리 데이터 추가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코드 정리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 작업 마무리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1122</TotalTime>
  <Words>662</Words>
  <Application>Microsoft Office PowerPoint</Application>
  <PresentationFormat>와이드스크린</PresentationFormat>
  <Paragraphs>131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Arial</vt:lpstr>
      <vt:lpstr>나눔바른고딕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1213</cp:revision>
  <dcterms:created xsi:type="dcterms:W3CDTF">2026-07-02T09:06:49Z</dcterms:created>
  <dcterms:modified xsi:type="dcterms:W3CDTF">2026-08-06T08:40:47Z</dcterms:modified>
</cp:coreProperties>
</file>