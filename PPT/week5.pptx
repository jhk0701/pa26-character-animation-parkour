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62" r:id="rId2"/>
    <p:sldId id="278" r:id="rId3"/>
    <p:sldId id="271" r:id="rId4"/>
    <p:sldId id="270" r:id="rId5"/>
    <p:sldId id="273" r:id="rId6"/>
    <p:sldId id="274" r:id="rId7"/>
    <p:sldId id="276" r:id="rId8"/>
    <p:sldId id="265" r:id="rId9"/>
  </p:sldIdLst>
  <p:sldSz cx="12192000" cy="6858000"/>
  <p:notesSz cx="6858000" cy="9144000"/>
  <p:embeddedFontLst>
    <p:embeddedFont>
      <p:font typeface="맑은 고딕" panose="020B0503020000020004" pitchFamily="34" charset="-127"/>
      <p:regular r:id="rId11"/>
      <p:bold r:id="rId12"/>
    </p:embeddedFont>
    <p:embeddedFont>
      <p:font typeface="나눔바른고딕" panose="020B0603020101020101" pitchFamily="34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021" autoAdjust="0"/>
  </p:normalViewPr>
  <p:slideViewPr>
    <p:cSldViewPr snapToGrid="0">
      <p:cViewPr varScale="1">
        <p:scale>
          <a:sx n="61" d="100"/>
          <a:sy n="61" d="100"/>
        </p:scale>
        <p:origin x="103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808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880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85821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02998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265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5</a:t>
            </a:r>
            <a:r>
              <a:rPr lang="ko-KR" altLang="en-US" sz="24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및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엔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과정에서 예상되는 행동까지 판단해서 전달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상태가 세분화되면서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경우에 따라 기존 판단 결과를 번복하고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현재 상태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위치에 따라 새로 행동을 찾아야 하는 상황이 발생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302449" y="2435517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특정한 장애물에 대해서 고정적으로 특정한 행동을 하라는 현재 방식에서 발생한 문제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해소하기 위해 지형 인식과 처리를 분리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인식에선 행동 유형 대신 인지한 지형에 대한 정보를 제공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포인터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최초 접촉 위치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파악한 모서리 위치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높이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장애물의 깊이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파트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en-US" altLang="ko-KR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CharacterFSM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에선 인지 정보를 사용해서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상태에 맞는 액션을 선택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및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기존에 장애물에 대한 행동 판단 기준이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파트에 매개변수 형태로 섞여있던 것을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분리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인식을 위한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기준값으로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활용할 수 있으므로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00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CCD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방식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742836"/>
            <a:ext cx="746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넘어갈 때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손이 파 들어가거나 손이 붕 뜨며 어색해짐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해결하기 위해서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및 장애물에 매달린 상태에서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17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CCD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방식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742836"/>
            <a:ext cx="7464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Update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순서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는 애니메이션이 호출된 이후에 적용되어야 정상적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기존에 물리 처리용 </a:t>
            </a:r>
            <a:r>
              <a:rPr lang="en-US" altLang="ko-KR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FixedUpdate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(Tick), Update(Tick)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외에 가장 마지막에 호출되는 </a:t>
            </a:r>
            <a:r>
              <a:rPr lang="en-US" altLang="ko-KR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LateUpdate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9631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CCD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방식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742836"/>
            <a:ext cx="74648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경사로 상에서 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원래는 장애물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및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매달린 상태의 보정을 위해서 고려한 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적용해보니 경사로에서도 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적용할 필요성이 생김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바닥에 닿아야 하지만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쭉 뻗어져 닫지 않음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1"/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골반 뼈를 아래쪽 발에 맞춰서 같이 내려주기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05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CCD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방식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742836"/>
            <a:ext cx="74648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적용했으나 직접 보고 추가 보정이 필요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의존을 최소화하려고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위치를 기본적으로 장애물에 가깝게 붙여둔 상태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하면 손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타겟을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살짝만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붙이면 될 것이라 예상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실제로 적용된 결과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오히려 더 기괴하게 어깨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 등이 자세를 잡게 됨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애니메이션들에서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쓰는 경우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일정량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Offset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주어서 보정할 필요성이 생김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387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706287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 smtClean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전체적인 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</TotalTime>
  <Words>586</Words>
  <Application>Microsoft Office PowerPoint</Application>
  <PresentationFormat>와이드스크린</PresentationFormat>
  <Paragraphs>101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나눔바른고딕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999</cp:revision>
  <dcterms:created xsi:type="dcterms:W3CDTF">2026-07-02T09:06:49Z</dcterms:created>
  <dcterms:modified xsi:type="dcterms:W3CDTF">2026-07-30T15:52:23Z</dcterms:modified>
</cp:coreProperties>
</file>