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62" r:id="rId2"/>
    <p:sldId id="278" r:id="rId3"/>
    <p:sldId id="293" r:id="rId4"/>
    <p:sldId id="294" r:id="rId5"/>
    <p:sldId id="292" r:id="rId6"/>
    <p:sldId id="295" r:id="rId7"/>
    <p:sldId id="296" r:id="rId8"/>
    <p:sldId id="265" r:id="rId9"/>
  </p:sldIdLst>
  <p:sldSz cx="12192000" cy="6858000"/>
  <p:notesSz cx="6858000" cy="9144000"/>
  <p:embeddedFontLst>
    <p:embeddedFont>
      <p:font typeface="나눔바른고딕" panose="020B0603020101020101" pitchFamily="50" charset="-127"/>
      <p:regular r:id="rId11"/>
      <p:bold r:id="rId12"/>
    </p:embeddedFont>
    <p:embeddedFont>
      <p:font typeface="맑은 고딕" panose="020B0503020000020004" pitchFamily="50" charset="-127"/>
      <p:regular r:id="rId13"/>
      <p:bold r:id="rId1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312" autoAdjust="0"/>
  </p:normalViewPr>
  <p:slideViewPr>
    <p:cSldViewPr snapToGrid="0">
      <p:cViewPr>
        <p:scale>
          <a:sx n="100" d="100"/>
          <a:sy n="100" d="100"/>
        </p:scale>
        <p:origin x="95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E2B54-2504-293C-90A6-84E28CF09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F5FEF8-F65D-C357-709D-4295AFA79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3FB87B-26A0-7F94-9988-FF236741A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dirty="0"/>
              <a:t>특수한 경우에 적용하기 위함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A59E67-C589-5D73-1327-E2C64E28D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233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BCCC5-1720-8351-5D19-6BA93AC22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218CA7-6D23-3C4F-9BF9-1EF7F310E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11C2F2-D8FB-8347-EDDC-BA3E36E23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dirty="0"/>
              <a:t>특수한 경우에 적용하기 위함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F9D04C-3138-BC7C-EDC6-C5EBBA50BB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5773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06B56-092F-3122-7B6B-141084684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40AD7C-912E-B65D-2B0C-1EEB22CDD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EC3B28-66F4-01B8-9263-57F8A0CC6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추가한 이유 </a:t>
            </a:r>
            <a:r>
              <a:rPr lang="en-US" altLang="ko-KR" dirty="0"/>
              <a:t>: </a:t>
            </a:r>
            <a:r>
              <a:rPr lang="ko-KR" altLang="en-US" dirty="0"/>
              <a:t>전체 테스트를 해보다가 너무 고정적이고 </a:t>
            </a:r>
            <a:r>
              <a:rPr lang="ko-KR" altLang="en-US" dirty="0" err="1"/>
              <a:t>파쿠르스럽지</a:t>
            </a:r>
            <a:r>
              <a:rPr lang="ko-KR" altLang="en-US" dirty="0"/>
              <a:t> 않다는 느낌을 받음</a:t>
            </a:r>
            <a:endParaRPr lang="en-US" altLang="ko-KR" dirty="0"/>
          </a:p>
          <a:p>
            <a:r>
              <a:rPr lang="ko-KR" altLang="en-US" dirty="0"/>
              <a:t>이유 분석 </a:t>
            </a:r>
            <a:r>
              <a:rPr lang="en-US" altLang="ko-KR" dirty="0"/>
              <a:t>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dirty="0"/>
              <a:t>착지가 어색하고 어설픔 느낌을 줌</a:t>
            </a:r>
            <a:endParaRPr lang="en-US" altLang="ko-K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dirty="0"/>
              <a:t>속도</a:t>
            </a:r>
            <a:r>
              <a:rPr lang="en-US" altLang="ko-KR" dirty="0"/>
              <a:t>, </a:t>
            </a:r>
            <a:r>
              <a:rPr lang="ko-KR" altLang="en-US" dirty="0"/>
              <a:t>입력 등에 상관없이 기계적으로 장애물을 오르거나 매달리 점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이런 이유로 좀더 다양한 모션을 수행하도록 기능을 추가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583D3F-0758-C381-71A8-B75E34F319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106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94C0E-BC7A-FBDC-E41E-1C0F4303A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F841E5-5202-8501-52BC-8EA310E618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F14248-F6B9-0210-6DC1-6053F3E84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35D8B6-42BC-F856-BE91-D3C437285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42182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2603E-4D06-F6A5-97C0-5FE386408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2B96D2-9817-7DDD-21C1-AA1D272A84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FF63C-EA92-89F3-3C75-38237A76A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C74D4B-BF9E-1C62-7876-6E13069467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6887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gif"/><Relationship Id="rId4" Type="http://schemas.openxmlformats.org/officeDocument/2006/relationships/image" Target="../media/image6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gi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8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주요 작업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3BDF7-0C17-3E65-3F95-62AEFEB0CD86}"/>
              </a:ext>
            </a:extLst>
          </p:cNvPr>
          <p:cNvSpPr txBox="1"/>
          <p:nvPr/>
        </p:nvSpPr>
        <p:spPr>
          <a:xfrm>
            <a:off x="302450" y="1342316"/>
            <a:ext cx="5138684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연출 목적 지형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 다양화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C787294-CC11-87E5-7554-F77808A3D0E0}"/>
              </a:ext>
            </a:extLst>
          </p:cNvPr>
          <p:cNvSpPr/>
          <p:nvPr/>
        </p:nvSpPr>
        <p:spPr>
          <a:xfrm>
            <a:off x="1346200" y="2212173"/>
            <a:ext cx="4478865" cy="40609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연출 지형 예시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9EFCD05-4898-B888-0D5C-EDEA43FD59F0}"/>
              </a:ext>
            </a:extLst>
          </p:cNvPr>
          <p:cNvSpPr/>
          <p:nvPr/>
        </p:nvSpPr>
        <p:spPr>
          <a:xfrm>
            <a:off x="6366937" y="2212173"/>
            <a:ext cx="4478865" cy="40609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모션 다양화 </a:t>
            </a:r>
            <a:endParaRPr lang="en-US" altLang="ko-KR" dirty="0"/>
          </a:p>
          <a:p>
            <a:pPr algn="ctr"/>
            <a:r>
              <a:rPr lang="ko-KR" altLang="en-US" dirty="0"/>
              <a:t>적용 예시</a:t>
            </a: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262EC-982B-4093-E538-2A4589224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3802C4F-7AD9-8E5F-01B1-E1D70453FD1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CDB199-EA85-3BC4-7D59-F643E74A901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5E76F3F-D8BF-906A-2087-A5563EB49D3C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6464A56-CB14-A69B-B577-E415553C6629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FDB4F-8D96-173C-5A0E-A8A62EEE22FC}"/>
              </a:ext>
            </a:extLst>
          </p:cNvPr>
          <p:cNvSpPr txBox="1"/>
          <p:nvPr/>
        </p:nvSpPr>
        <p:spPr>
          <a:xfrm>
            <a:off x="302449" y="1727036"/>
            <a:ext cx="4944140" cy="1227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특정한 모션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을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고정으로 수행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하는 지형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 의도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특정 지형에서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연출을 위해서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고정된 모션이 수행될 필요가 있을 때 사용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기획자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레벨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디자이너 분들이 특정한 상황에서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연출을 의도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하는 경우 </a:t>
            </a:r>
            <a:b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유형을 통해 모션을 재생하기 위한 목적으로 추가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94B707-F774-56E6-A9D2-B3BBBC00D3E6}"/>
              </a:ext>
            </a:extLst>
          </p:cNvPr>
          <p:cNvSpPr txBox="1"/>
          <p:nvPr/>
        </p:nvSpPr>
        <p:spPr>
          <a:xfrm>
            <a:off x="302450" y="1342316"/>
            <a:ext cx="4642084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연출 목적의 지형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467931E-9168-D3AC-D250-BC902E48DB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99" b="10028"/>
          <a:stretch>
            <a:fillRect/>
          </a:stretch>
        </p:blipFill>
        <p:spPr>
          <a:xfrm>
            <a:off x="387511" y="3558172"/>
            <a:ext cx="3126712" cy="243251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01401BD-93B8-BF99-C69C-7F1A99834978}"/>
              </a:ext>
            </a:extLst>
          </p:cNvPr>
          <p:cNvSpPr txBox="1"/>
          <p:nvPr/>
        </p:nvSpPr>
        <p:spPr>
          <a:xfrm>
            <a:off x="1324805" y="3170598"/>
            <a:ext cx="1252124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창틀 형태의 장애물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3962752-122E-E076-EC52-44C757E49B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2" t="9630" r="5352" b="9630"/>
          <a:stretch>
            <a:fillRect/>
          </a:stretch>
        </p:blipFill>
        <p:spPr>
          <a:xfrm>
            <a:off x="3905744" y="3170598"/>
            <a:ext cx="7790070" cy="3371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064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5F5D7-26EB-C7F2-06C8-DA37BBE04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EC8597-BA10-5130-4CBE-929DBB7509D5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D68B72-4F74-AAE7-5803-19B9931726E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956E2B9-802C-5924-232A-5EB6F6A7029D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6E2D0B6-1E5E-FAED-B8DF-32B5AF7D3EF7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3C9AEC-6F25-7063-3233-633ACDAB85E1}"/>
              </a:ext>
            </a:extLst>
          </p:cNvPr>
          <p:cNvSpPr txBox="1"/>
          <p:nvPr/>
        </p:nvSpPr>
        <p:spPr>
          <a:xfrm>
            <a:off x="302449" y="1727036"/>
            <a:ext cx="7173618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장애물이 실행되어야 할 모션에 대한 태그를 소지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시스템은 이 유형의 장애물을 인식하면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해당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태그를 읽어와 재생</a:t>
            </a:r>
            <a:endParaRPr lang="en-US" altLang="ko-KR" sz="1000" b="1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9671F8-A2F6-605D-485F-F0CD70D65AD5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연출 목적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D43BE8-0010-9C74-B945-60195FA1BFED}"/>
              </a:ext>
            </a:extLst>
          </p:cNvPr>
          <p:cNvSpPr txBox="1"/>
          <p:nvPr/>
        </p:nvSpPr>
        <p:spPr>
          <a:xfrm>
            <a:off x="1718230" y="2346096"/>
            <a:ext cx="2556933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 방식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+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측정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-&gt;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9ADAB7-54B1-C8F4-3524-1BDAFEC54A5D}"/>
              </a:ext>
            </a:extLst>
          </p:cNvPr>
          <p:cNvSpPr txBox="1"/>
          <p:nvPr/>
        </p:nvSpPr>
        <p:spPr>
          <a:xfrm>
            <a:off x="7415858" y="2346096"/>
            <a:ext cx="2556933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추가한 방식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태그 요청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6F07322-5C7E-F3FA-1C39-60FCCBBADD79}"/>
              </a:ext>
            </a:extLst>
          </p:cNvPr>
          <p:cNvSpPr txBox="1"/>
          <p:nvPr/>
        </p:nvSpPr>
        <p:spPr>
          <a:xfrm>
            <a:off x="1718230" y="5979991"/>
            <a:ext cx="2556933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측정한 결과를 바탕으로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 상황에 적합한 액션을 선택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576284-4158-83C1-A46F-5AC63CB73723}"/>
              </a:ext>
            </a:extLst>
          </p:cNvPr>
          <p:cNvSpPr txBox="1"/>
          <p:nvPr/>
        </p:nvSpPr>
        <p:spPr>
          <a:xfrm>
            <a:off x="6483578" y="5979991"/>
            <a:ext cx="4421490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연출용 장애물을 인지하고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절차에서 해당 장애물에 할당된 액션 태그를 요청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70EE3AC1-0517-90F2-13EC-6E2DC1546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072" y="3033219"/>
            <a:ext cx="4185250" cy="2821019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64160DB8-06A1-18E5-7E15-E339EBEB06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581" y="3033219"/>
            <a:ext cx="4817061" cy="2821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787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79F37-FB5D-DF82-F33A-226730A42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D2DB2B5-2DA4-8BF5-1583-88CF4FE2EBBC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E349F-8415-B927-40A1-901B20F488C1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 다양화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90FA9F0-DF07-F50F-F151-D56869541E7A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8643B37-E2CF-8479-AC63-E0B22268153D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0DFCF6-42F3-B529-987B-1A766B47C813}"/>
              </a:ext>
            </a:extLst>
          </p:cNvPr>
          <p:cNvSpPr txBox="1"/>
          <p:nvPr/>
        </p:nvSpPr>
        <p:spPr>
          <a:xfrm>
            <a:off x="302449" y="1335802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 선택 조건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D8541B-F2D5-87DA-95C8-4DE0594F70D9}"/>
              </a:ext>
            </a:extLst>
          </p:cNvPr>
          <p:cNvSpPr txBox="1"/>
          <p:nvPr/>
        </p:nvSpPr>
        <p:spPr>
          <a:xfrm>
            <a:off x="302449" y="1727036"/>
            <a:ext cx="6520758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콘텐츠에서 캐릭터의 입력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 처한 상황들을 통해 모션을 보다 다양하게 사용하기 위해 추가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체공 시간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이동 여부 등을 가지고 모션 선택 조건을 추가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4126A8-4A07-42C2-D879-846E31CCC03C}"/>
              </a:ext>
            </a:extLst>
          </p:cNvPr>
          <p:cNvSpPr txBox="1"/>
          <p:nvPr/>
        </p:nvSpPr>
        <p:spPr>
          <a:xfrm>
            <a:off x="4817533" y="2605544"/>
            <a:ext cx="2556933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체공 시간을 활용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착지 모션 다양화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743EBAD-8D22-733E-9AC6-47E2E8136C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512" y="3253219"/>
            <a:ext cx="3685634" cy="2965744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B0F5A320-C37A-AD01-0423-1F6574E267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3182" y="3253219"/>
            <a:ext cx="3685634" cy="2965744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D9B6412-B307-9773-41C7-0FF70D265D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853" y="3247671"/>
            <a:ext cx="3685634" cy="2965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324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0DBB1-F792-4C5D-86AB-9B5651B57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18CDF80-4F5C-58D4-9AB0-E1A464E6D148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24363D-A903-C845-BBD6-C62C517F6899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 다양화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D099616-631C-139E-4199-68AAAB086D4A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9B1E90-4841-5FAF-72F4-90D5D72FDB83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C2B3F9-58FE-C422-763F-D9A6770593A0}"/>
              </a:ext>
            </a:extLst>
          </p:cNvPr>
          <p:cNvSpPr txBox="1"/>
          <p:nvPr/>
        </p:nvSpPr>
        <p:spPr>
          <a:xfrm>
            <a:off x="302449" y="1335802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 선택 조건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C8C15C-8B63-AFE5-B316-4645CB90110C}"/>
              </a:ext>
            </a:extLst>
          </p:cNvPr>
          <p:cNvSpPr txBox="1"/>
          <p:nvPr/>
        </p:nvSpPr>
        <p:spPr>
          <a:xfrm>
            <a:off x="302449" y="1727036"/>
            <a:ext cx="6520758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콘텐츠에서 캐릭터의 입력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 처한 상황들을 통해 모션을 보다 다양하게 사용하기 위해 추가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체공 시간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이동 여부 등을 가지고 모션 선택 조건을 추가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3422FB-C857-D770-1376-7CA5707A5ADD}"/>
              </a:ext>
            </a:extLst>
          </p:cNvPr>
          <p:cNvSpPr txBox="1"/>
          <p:nvPr/>
        </p:nvSpPr>
        <p:spPr>
          <a:xfrm>
            <a:off x="4817533" y="2478409"/>
            <a:ext cx="2556933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속도 조건 추가 예시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EA6413-D386-72E4-4EDA-8E08C6665D08}"/>
              </a:ext>
            </a:extLst>
          </p:cNvPr>
          <p:cNvSpPr txBox="1"/>
          <p:nvPr/>
        </p:nvSpPr>
        <p:spPr>
          <a:xfrm>
            <a:off x="6626820" y="6148669"/>
            <a:ext cx="391560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일정 이상 속도가 높은 상황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vault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넘기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  <a:p>
            <a:pPr algn="ctr">
              <a:lnSpc>
                <a:spcPct val="150000"/>
              </a:lnSpc>
            </a:pPr>
            <a:r>
              <a:rPr lang="en-US" altLang="ko-KR" sz="8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8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루트 모션의 이동거리보다 깊은 경우는 일반 상황으로 처리</a:t>
            </a:r>
            <a:r>
              <a:rPr lang="en-US" altLang="ko-KR" sz="8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76AAD1C-0952-48FC-3C39-D966762EFE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573" y="3003255"/>
            <a:ext cx="3915609" cy="3145414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F6CD6D76-91D5-25EC-B164-052AA310D7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820" y="3003256"/>
            <a:ext cx="3915609" cy="31508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0FE9BB0-1811-58E5-D115-AF4A0933A877}"/>
              </a:ext>
            </a:extLst>
          </p:cNvPr>
          <p:cNvSpPr txBox="1"/>
          <p:nvPr/>
        </p:nvSpPr>
        <p:spPr>
          <a:xfrm>
            <a:off x="1649572" y="6148669"/>
            <a:ext cx="391561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일반 상황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mantle (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오르기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82029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4D189-09D1-98AB-3AD7-107DAD784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02DEB3-2B0A-A94D-4E7A-8C45BEC845E5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95981C-460B-55FD-23AA-9BC6FF549F13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 다양화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7622226-A77B-733D-21E4-482F2816C187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89019E-1A93-4A32-6DA9-9FC08043FDBB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CEC6E4-EBAC-A3AE-A63B-975BFE4048D2}"/>
              </a:ext>
            </a:extLst>
          </p:cNvPr>
          <p:cNvSpPr txBox="1"/>
          <p:nvPr/>
        </p:nvSpPr>
        <p:spPr>
          <a:xfrm>
            <a:off x="302449" y="1335802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 선택 조건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2436D3-16F5-BBEC-7AD9-20F7E267E441}"/>
              </a:ext>
            </a:extLst>
          </p:cNvPr>
          <p:cNvSpPr txBox="1"/>
          <p:nvPr/>
        </p:nvSpPr>
        <p:spPr>
          <a:xfrm>
            <a:off x="302449" y="1727036"/>
            <a:ext cx="6520758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콘텐츠에서 캐릭터의 입력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 처한 상황들을 통해 모션을 보다 다양하게 사용하기 위해 추가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체공 시간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이동 여부 등을 가지고 모션 선택 조건을 추가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CACD62-6229-C92E-6EFF-19D72B5FCBBA}"/>
              </a:ext>
            </a:extLst>
          </p:cNvPr>
          <p:cNvSpPr txBox="1"/>
          <p:nvPr/>
        </p:nvSpPr>
        <p:spPr>
          <a:xfrm>
            <a:off x="6626820" y="6152975"/>
            <a:ext cx="3479804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전진 입력 상황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hanging jump (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매달리며 그대로 점프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7B4383-7641-E416-5B85-3AAE27087C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573" y="3003255"/>
            <a:ext cx="3915609" cy="314541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A3C7770-58E3-EE9A-9891-17441C1DE0E3}"/>
              </a:ext>
            </a:extLst>
          </p:cNvPr>
          <p:cNvSpPr txBox="1"/>
          <p:nvPr/>
        </p:nvSpPr>
        <p:spPr>
          <a:xfrm>
            <a:off x="2135993" y="6148669"/>
            <a:ext cx="2942768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일반 상황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hanging (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매달리기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9645DC6-D02B-764F-8EAB-A402752A13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820" y="3003256"/>
            <a:ext cx="3915609" cy="31508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99614D1-6B4A-43F6-412A-7C19C6B681B2}"/>
              </a:ext>
            </a:extLst>
          </p:cNvPr>
          <p:cNvSpPr txBox="1"/>
          <p:nvPr/>
        </p:nvSpPr>
        <p:spPr>
          <a:xfrm>
            <a:off x="4817533" y="2478409"/>
            <a:ext cx="2556933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속도 조건 추가 예시 </a:t>
            </a:r>
            <a:r>
              <a:rPr lang="en-US" altLang="ko-KR" sz="100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2973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4481784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폴리싱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테스트 및 버그 수정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 결과 조건 처리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유형 추가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추가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처리 데이터 추가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코드 및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범용 노드 정리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노드 조건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데코레이터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추가</a:t>
                      </a:r>
                      <a:endParaRPr lang="en-US" altLang="ko-KR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코드 정리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 작업 마무리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연출 목적 지형 처리 추가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529017-3A04-39DE-0608-7E557837A020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1919</TotalTime>
  <Words>698</Words>
  <Application>Microsoft Office PowerPoint</Application>
  <PresentationFormat>와이드스크린</PresentationFormat>
  <Paragraphs>115</Paragraphs>
  <Slides>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Arial</vt:lpstr>
      <vt:lpstr>맑은 고딕</vt:lpstr>
      <vt:lpstr>나눔바른고딕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2373</cp:revision>
  <dcterms:created xsi:type="dcterms:W3CDTF">2026-07-02T09:06:49Z</dcterms:created>
  <dcterms:modified xsi:type="dcterms:W3CDTF">2026-08-20T03:31:34Z</dcterms:modified>
</cp:coreProperties>
</file>