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62" r:id="rId2"/>
    <p:sldId id="278" r:id="rId3"/>
    <p:sldId id="286" r:id="rId4"/>
    <p:sldId id="292" r:id="rId5"/>
    <p:sldId id="265" r:id="rId6"/>
  </p:sldIdLst>
  <p:sldSz cx="12192000" cy="6858000"/>
  <p:notesSz cx="6858000" cy="9144000"/>
  <p:embeddedFontLst>
    <p:embeddedFont>
      <p:font typeface="나눔바른고딕" panose="020B0603020101020101" pitchFamily="50" charset="-127"/>
      <p:regular r:id="rId8"/>
      <p:bold r:id="rId9"/>
    </p:embeddedFont>
    <p:embeddedFont>
      <p:font typeface="맑은 고딕" panose="020B0503020000020004" pitchFamily="50" charset="-127"/>
      <p:regular r:id="rId10"/>
      <p:bold r:id="rId1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12" autoAdjust="0"/>
  </p:normalViewPr>
  <p:slideViewPr>
    <p:cSldViewPr snapToGrid="0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A7D5B-B91B-48D9-9BBD-A861B53BECFD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6232B-CCFA-4887-B271-B9E43E273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61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007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DADBC-6CCF-EA69-5FBA-13CF2A01C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BCCC5F-F401-9A94-2426-2B481E6D9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47BFC0-7061-2FD7-CC0E-5E10DDF4D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8764C0-AB41-E0B8-5881-76F2E6C708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799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06B56-092F-3122-7B6B-141084684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40AD7C-912E-B65D-2B0C-1EEB22CDD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EC3B28-66F4-01B8-9263-57F8A0CC6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583D3F-0758-C381-71A8-B75E34F319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10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목표 영상 </a:t>
            </a:r>
            <a:r>
              <a:rPr lang="en-US" altLang="ko-KR" dirty="0"/>
              <a:t>: </a:t>
            </a:r>
          </a:p>
          <a:p>
            <a:pPr marL="228600" indent="-228600">
              <a:buAutoNum type="arabicPeriod"/>
            </a:pPr>
            <a:r>
              <a:rPr lang="ko-KR" altLang="en-US" dirty="0" err="1"/>
              <a:t>어쌔신크리드</a:t>
            </a:r>
            <a:r>
              <a:rPr lang="ko-KR" altLang="en-US" dirty="0"/>
              <a:t> </a:t>
            </a:r>
            <a:r>
              <a:rPr lang="ko-KR" altLang="en-US" dirty="0" err="1"/>
              <a:t>파쿠르</a:t>
            </a:r>
            <a:r>
              <a:rPr lang="ko-KR" altLang="en-US" dirty="0"/>
              <a:t> 액션 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https://www.youtube.com/shorts/DgF8jxONRSM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https://www.youtube.com/shorts/bMgaW5dvLzk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https://www.youtube.com/watch?v=1vhC870Phb0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https://www.youtube.com/shorts/AZEMIHgBK1E</a:t>
            </a:r>
          </a:p>
          <a:p>
            <a:pPr marL="228600" lvl="0" indent="-228600">
              <a:buAutoNum type="arabicPeriod"/>
            </a:pPr>
            <a:r>
              <a:rPr lang="ko-KR" altLang="en-US" dirty="0" err="1"/>
              <a:t>툼레이더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https://www.youtube.com/watch?v=reqY7n8hdSg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https://www.youtube.com/shorts/PLTIvSb6AxM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3AB99-662C-46EC-B86C-F2E227D3EFA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682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C6A88D-EDAF-CEC2-712F-FA6A7E4FF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7A10E8-4E5D-A611-E577-EBA5676A5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4EF1CD-FA03-944B-0EC0-2AABE3B0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E1904F-F41F-7809-481D-7E79FCD2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C721DE-9DEE-BACB-B354-8E260F43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26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5793F-94FE-56B0-E0CB-A317DA7F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AF79B8-2AD1-69C6-D4D5-21827C680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18AF63-4F49-82B6-24FC-BB457FC9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5FF19-25D7-1FF3-E311-2C2E07B2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3D8BF-52A4-97EB-612B-F9899664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58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95909-78E9-5BAC-68EA-7DCA2A12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B98DAF-2A47-3ECD-807C-96FB70CF9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AD9670-C268-56FC-281A-FE1F5954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946F37-FE38-E38E-7339-DC6E4EFA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17C39B-6348-28CC-59AF-B1A65BE2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82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EFA0F-10D7-865F-1370-4EA34C78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98CDB5-9D2B-5F68-9DD8-ED20454B1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0EB1B7-8EDE-2794-EA53-E0C1972FA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FBCFA4-CF51-706E-F9F0-8B66CA1A0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56636A-469F-7FE9-480E-955BCC0E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71D272-167D-EE36-E685-CD8BFE8C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4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7230E-A2F3-4027-B6F6-9C5C289B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685356-7419-AD93-377A-8D9A0293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36E6CA-94A6-3223-C91A-F6E9648C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DFD790-787A-88A3-300F-C173DAD2E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2AE83D-2990-A6E4-CC9C-06D342A67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11F8C3-5AD3-730B-8ADB-304185DA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36ABA7-53C4-C11E-CC9D-F5E59BDB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29E145-D4AE-F9FB-A218-47B323C4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41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855E6-5AD7-B657-346A-38D87715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052B06-09E1-1CD0-A032-AEB30F69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18691A-8582-987D-DF06-E6D8B618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997ACE-7D00-7B35-1F16-F56C5450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70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03D88F-9D50-1761-731E-68DD1FC6B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793086-842E-7906-6019-4284A9E4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4FE3DE-7F26-4352-74EE-A720C7AF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2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B6F63-D5C7-EB4A-A651-8DA5561A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00FB2D-0CF3-1A3C-E704-F8CA96C2D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C3C47D-E633-BB5D-0FA3-41A5E3C28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3DA118-0D2F-73A1-6311-85E95462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46749A-348F-886F-32BD-A562F1A2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F22D09-FBE9-294C-014E-9A808723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40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0C132-3A30-7E9C-0BBB-1CD1A789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F31776A-D32D-34F5-8A99-A26F4F653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500BF3-C366-20F6-6257-8233A0794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1C119C-B590-D055-6B10-AAE861F0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064F92-4550-973E-464E-89CA3E7E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8384D1-792D-8EA8-718E-F756CEE6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47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6E50E-2954-B290-1563-C4936B9E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6A99E4-1414-E268-7B72-A4C896708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9BB3C2-1FA4-4151-9ADB-996284F1B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27C81A-BE4E-27CE-6CE4-0AE5876D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E3C814-C417-2E3F-F02B-1B9ED694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65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1D687F-54E9-57A3-FDA2-5A8060E79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846A14-940B-8FE8-A769-3DABAE11A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3732A3-4427-5A76-3A9C-DBE87A43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A5B672-F383-0FF5-2D72-72E1E7F0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28928A-9906-D889-A8B7-B97D729C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91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AC0570-6E75-D8C0-582D-3A448969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ADFDDF-DF3C-19FA-0ED8-5D640C08D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9AC677-7913-29B2-30F7-969771FA5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0A429-5607-4C3C-9BC0-4142A9E07459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6836E4-21B2-245A-8933-7F64F64AC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2D0B4E-8F0D-F1B8-2A71-9862FC974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77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31960" y="2959688"/>
            <a:ext cx="74178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주제 </a:t>
            </a:r>
            <a:r>
              <a:rPr lang="en-US" altLang="ko-KR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캐릭터 애니메이션 </a:t>
            </a:r>
            <a:r>
              <a:rPr lang="ko-KR" altLang="en-US" sz="24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파쿠르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시스템 </a:t>
            </a:r>
            <a:r>
              <a:rPr lang="en-US" altLang="ko-KR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8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주차</a:t>
            </a:r>
            <a:endParaRPr lang="en-US" altLang="ko-KR" sz="24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31960" y="3421353"/>
            <a:ext cx="135806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5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발표자 </a:t>
            </a:r>
            <a:r>
              <a:rPr lang="en-US" altLang="ko-KR" sz="15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15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김정환</a:t>
            </a:r>
          </a:p>
        </p:txBody>
      </p:sp>
    </p:spTree>
    <p:extLst>
      <p:ext uri="{BB962C8B-B14F-4D97-AF65-F5344CB8AC3E}">
        <p14:creationId xmlns:p14="http://schemas.microsoft.com/office/powerpoint/2010/main" val="3459223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1093AF-254C-83D7-8032-465A5FB513FB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5366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주요 작업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3BDF7-0C17-3E65-3F95-62AEFEB0CD86}"/>
              </a:ext>
            </a:extLst>
          </p:cNvPr>
          <p:cNvSpPr txBox="1"/>
          <p:nvPr/>
        </p:nvSpPr>
        <p:spPr>
          <a:xfrm>
            <a:off x="302450" y="1342316"/>
            <a:ext cx="5138684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타입 추가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연출 목적 지형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모션 다양화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0903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C5628-6096-007D-4F9A-097D06EAA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BC9F85-F7A3-3F83-1806-6A8A789EB677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273E2F-7739-7201-81F8-1F5E095D26E7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타입 추가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40C969E-FCF4-2ECC-59EC-50B8643A5B76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205B8F-1C93-C984-E61E-45A53634FE3C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FA5D7-1740-0566-E198-3D6707C83E07}"/>
              </a:ext>
            </a:extLst>
          </p:cNvPr>
          <p:cNvSpPr txBox="1"/>
          <p:nvPr/>
        </p:nvSpPr>
        <p:spPr>
          <a:xfrm>
            <a:off x="302449" y="1727036"/>
            <a:ext cx="5548018" cy="765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반드시 특정한 모션을 수행하는 용도의 지형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특정한 지형지물에 대해 할당한 모션이 재생되도록 하는 경우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세세한 탐지가 가능하나 비용적으로 비효율적인 경우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CCD4C-6EF5-FEFC-3F13-E33D025FD49B}"/>
              </a:ext>
            </a:extLst>
          </p:cNvPr>
          <p:cNvSpPr txBox="1"/>
          <p:nvPr/>
        </p:nvSpPr>
        <p:spPr>
          <a:xfrm>
            <a:off x="302449" y="1342316"/>
            <a:ext cx="7464813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연출 목적의 지형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9725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79F37-FB5D-DF82-F33A-226730A42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D2DB2B5-2DA4-8BF5-1583-88CF4FE2EBBC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CE349F-8415-B927-40A1-901B20F488C1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모션 다양화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90FA9F0-DF07-F50F-F151-D56869541E7A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643B37-E2CF-8479-AC63-E0B22268153D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0DFCF6-42F3-B529-987B-1A766B47C813}"/>
              </a:ext>
            </a:extLst>
          </p:cNvPr>
          <p:cNvSpPr txBox="1"/>
          <p:nvPr/>
        </p:nvSpPr>
        <p:spPr>
          <a:xfrm>
            <a:off x="302449" y="1335802"/>
            <a:ext cx="7464813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모션 선택 조건 추가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D8541B-F2D5-87DA-95C8-4DE0594F70D9}"/>
              </a:ext>
            </a:extLst>
          </p:cNvPr>
          <p:cNvSpPr txBox="1"/>
          <p:nvPr/>
        </p:nvSpPr>
        <p:spPr>
          <a:xfrm>
            <a:off x="302449" y="1727036"/>
            <a:ext cx="6520758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기존 구조에 캐릭터의 속도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체공 시간 등 모션을 선택하는 조건들을 추가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8324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011563"/>
              </p:ext>
            </p:extLst>
          </p:nvPr>
        </p:nvGraphicFramePr>
        <p:xfrm>
          <a:off x="420856" y="870858"/>
          <a:ext cx="11318860" cy="562941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91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0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28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작업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작업 세부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1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미니엔진 구조 파악 및 기반 클래스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구성</a:t>
                      </a:r>
                      <a:endParaRPr lang="en-US" altLang="ko-KR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미니엔진 파악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게임 기반 클래스 작성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b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en-US" altLang="ko-KR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fbx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파일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파싱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렌더링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재생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2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시스템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물리엔진 적용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입력 바인딩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애니메이션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블렌드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상태머신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물리엔진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(PhysX)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입력 바인딩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로코모션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적용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루트 모션 적용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3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장애물 높이 인식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인식한 장애물에 대한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선택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및 출력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  <a:b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위치에 따른 보정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4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복잡한 지형 애니메이션 처리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 중간에 지붕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경사로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철봉 나열된 환경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처리</a:t>
                      </a:r>
                      <a:endParaRPr lang="en-US" altLang="ko-KR" sz="1400" strike="sngStrike" baseline="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직각으로 만나는 벽면 간 이동 처리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벽면에 뻗어 나온 줄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또는 기둥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환경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처리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5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시스템 보완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미흡사항 보완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</a:t>
                      </a:r>
                      <a:r>
                        <a:rPr lang="en-US" altLang="ko-KR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IK 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 </a:t>
                      </a:r>
                      <a:r>
                        <a:rPr lang="en-US" altLang="ko-KR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</a:t>
                      </a:r>
                      <a:r>
                        <a:rPr lang="ko-KR" altLang="en-US" sz="1400" strike="no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</a:t>
                      </a:r>
                      <a:r>
                        <a:rPr lang="en-US" altLang="ko-KR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디테일한 보정</a:t>
                      </a:r>
                      <a:r>
                        <a:rPr lang="en-US" altLang="ko-KR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),</a:t>
                      </a:r>
                    </a:p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데이터화 작업 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지형 인식 트리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6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시스템 보완 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폴리싱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IK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 디테일 보정 작업</a:t>
                      </a:r>
                      <a:r>
                        <a:rPr lang="en-US" altLang="ko-KR" sz="1400" strike="no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지형 높이 및 깊이 인식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경계값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처리</a:t>
                      </a:r>
                      <a:r>
                        <a:rPr lang="en-US" altLang="ko-KR" sz="1400" strike="no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br>
                        <a:rPr lang="en-US" altLang="ko-KR" sz="1400" strike="no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테스트 및 버그 수정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데이터화 작업 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인식 결과 조건 처리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92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7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복잡한 지형 유형 추가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복잡한 지형 추가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지형 처리 데이터 추가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코드 및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범용 노드 정리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노드 조건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데코레이터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추가</a:t>
                      </a:r>
                      <a:endParaRPr lang="en-US" altLang="ko-KR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8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마무리 및 보완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코드 정리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미흡 작업 마무리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529017-3A04-39DE-0608-7E557837A020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680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1765</TotalTime>
  <Words>394</Words>
  <Application>Microsoft Office PowerPoint</Application>
  <PresentationFormat>와이드스크린</PresentationFormat>
  <Paragraphs>65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나눔바른고딕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김정환</dc:creator>
  <cp:lastModifiedBy>김정환</cp:lastModifiedBy>
  <cp:revision>2177</cp:revision>
  <dcterms:created xsi:type="dcterms:W3CDTF">2026-07-02T09:06:49Z</dcterms:created>
  <dcterms:modified xsi:type="dcterms:W3CDTF">2026-08-19T09:55:25Z</dcterms:modified>
</cp:coreProperties>
</file>