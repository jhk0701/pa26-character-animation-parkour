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2" r:id="rId2"/>
    <p:sldId id="257" r:id="rId3"/>
    <p:sldId id="267" r:id="rId4"/>
    <p:sldId id="266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0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019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540190" y="3421353"/>
            <a:ext cx="15872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1" y="684785"/>
            <a:ext cx="81180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시스템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애니메이터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재생 제어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블렌드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클립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(2D) : </a:t>
            </a: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2D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평면에서 입력한 좌표를 이용해 사전에 배치된 애니메이션 간 거리를 계산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좌표에 가까운 애니메이션을 가중치를 높게 주어 재생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형태의 애니메이션의 축 입력을 자연스럽게 처리하고자 구현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D73928-A2A2-7D46-E3CF-878238F0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83" y="3233684"/>
            <a:ext cx="5138742" cy="217828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A97F9AB-B5C2-B00D-CCA1-AF75CBE72B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233" y="2730102"/>
            <a:ext cx="3752788" cy="302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3310D-1C56-1CE2-7C56-8DCC71088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39862E1-38CC-F80A-E137-C6D927426C41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02EDB0-2721-2B8D-A246-70F81C512032}"/>
              </a:ext>
            </a:extLst>
          </p:cNvPr>
          <p:cNvSpPr txBox="1"/>
          <p:nvPr/>
        </p:nvSpPr>
        <p:spPr>
          <a:xfrm>
            <a:off x="302451" y="684785"/>
            <a:ext cx="81180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시스템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액션 클립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단발성 재생을 위한 애니메이션 처리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2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점프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넘기 등 단발성으로 재생하는 애니메이션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FFED53-0F30-89FA-D6A5-0BBCB9579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46" y="2131335"/>
            <a:ext cx="4848845" cy="390601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648C512-58E7-CB12-F280-E253A7AAD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145" y="2131335"/>
            <a:ext cx="6045210" cy="390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410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37654D-B1C1-B17B-2A32-BB0F324B7AC3}"/>
              </a:ext>
            </a:extLst>
          </p:cNvPr>
          <p:cNvSpPr txBox="1"/>
          <p:nvPr/>
        </p:nvSpPr>
        <p:spPr>
          <a:xfrm>
            <a:off x="302451" y="684785"/>
            <a:ext cx="81180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애니메이터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레이어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애니메이터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재생 제어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Base Layer 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지속적인 재생 필요한 경우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 매달린 상태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 오르기 등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상태머신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형태로 구현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Override Layer :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필요한 시점에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 차례 재생 필요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점프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담 넘기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등 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666" y="2377556"/>
            <a:ext cx="7952668" cy="3484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579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918DD-265C-DDB9-B7FC-A9D58086B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8DA243F-1ACF-A8F6-3DE3-D3DB1A8A7D8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AA775-31E2-50BB-2BF3-4EF90C8083FC}"/>
              </a:ext>
            </a:extLst>
          </p:cNvPr>
          <p:cNvSpPr txBox="1"/>
          <p:nvPr/>
        </p:nvSpPr>
        <p:spPr>
          <a:xfrm>
            <a:off x="302451" y="758852"/>
            <a:ext cx="52111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PhysX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적용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지형지물 충돌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향해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환경 탐색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AA775-31E2-50BB-2BF3-4EF90C8083FC}"/>
              </a:ext>
            </a:extLst>
          </p:cNvPr>
          <p:cNvSpPr txBox="1"/>
          <p:nvPr/>
        </p:nvSpPr>
        <p:spPr>
          <a:xfrm>
            <a:off x="5930021" y="758851"/>
            <a:ext cx="57851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객체 식별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태그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부여한 태그를 기반으로 캐릭터의 행위를 결정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객체 종류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행동 양식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높낮이 유형 등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구성 변경 가능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496" y="1747320"/>
            <a:ext cx="6033579" cy="481823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C848E5E-59D9-90C3-3D96-54F503C536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926" y="1747321"/>
            <a:ext cx="4920665" cy="317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471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5991D-1DDC-77AC-5E76-B990175DF25D}"/>
              </a:ext>
            </a:extLst>
          </p:cNvPr>
          <p:cNvSpPr txBox="1"/>
          <p:nvPr/>
        </p:nvSpPr>
        <p:spPr>
          <a:xfrm>
            <a:off x="302450" y="758852"/>
            <a:ext cx="102982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재생 결과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en-US" altLang="ko-KR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Lshift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장애물 식별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담 넘기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AFD0131-D1D6-4CE5-4DC9-A89BC54042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114" y="1591450"/>
            <a:ext cx="7267575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431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506368"/>
              </p:ext>
            </p:extLst>
          </p:nvPr>
        </p:nvGraphicFramePr>
        <p:xfrm>
          <a:off x="420856" y="870858"/>
          <a:ext cx="11318860" cy="553810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프로토타입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높이에 따른 장애물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평지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-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간 애니메이션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상태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전환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(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벽면을 올라 평지에 도달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벽면에서 내려와 평지에 도달 등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손 위치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를 통해 보정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 또는 기둥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441</Words>
  <Application>Microsoft Office PowerPoint</Application>
  <PresentationFormat>와이드스크린</PresentationFormat>
  <Paragraphs>70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나눔바른고딕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196</cp:revision>
  <dcterms:created xsi:type="dcterms:W3CDTF">2026-07-02T09:06:49Z</dcterms:created>
  <dcterms:modified xsi:type="dcterms:W3CDTF">2026-07-10T04:36:57Z</dcterms:modified>
</cp:coreProperties>
</file>