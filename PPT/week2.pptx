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257" r:id="rId3"/>
    <p:sldId id="267" r:id="rId4"/>
    <p:sldId id="266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0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540190" y="3442142"/>
            <a:ext cx="15872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1" y="1003762"/>
            <a:ext cx="81180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클립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(2D) : 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2D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평면에서 입력한 좌표와 사전에 배치된 애니메이션 간 거리를 계산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좌표에 가까운 애니메이션을 가중치를 높게 주어 재생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애니메이션을 축 입력에 따라 자연스럽게 처리하고자 구현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D73928-A2A2-7D46-E3CF-878238F0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18" y="3514412"/>
            <a:ext cx="5138742" cy="217828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A97F9AB-B5C2-B00D-CCA1-AF75CBE72B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764" y="3092016"/>
            <a:ext cx="3752788" cy="3023079"/>
          </a:xfrm>
          <a:prstGeom prst="rect">
            <a:avLst/>
          </a:prstGeom>
        </p:spPr>
      </p:pic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3310D-1C56-1CE2-7C56-8DCC71088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39862E1-38CC-F80A-E137-C6D927426C41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02EDB0-2721-2B8D-A246-70F81C512032}"/>
              </a:ext>
            </a:extLst>
          </p:cNvPr>
          <p:cNvSpPr txBox="1"/>
          <p:nvPr/>
        </p:nvSpPr>
        <p:spPr>
          <a:xfrm>
            <a:off x="302451" y="1011585"/>
            <a:ext cx="81180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클립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단발성 재생을 위한 애니메이션 처리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넘기 등 단발성으로 재생하는 애니메이션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FFED53-0F30-89FA-D6A5-0BBCB9579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46" y="2324212"/>
            <a:ext cx="4848845" cy="39060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648C512-58E7-CB12-F280-E253A7AAD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145" y="2324212"/>
            <a:ext cx="6045210" cy="3906014"/>
          </a:xfrm>
          <a:prstGeom prst="rect">
            <a:avLst/>
          </a:prstGeom>
        </p:spPr>
      </p:pic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C9D301D-FD0A-4D92-09AA-89495D2CB37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410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0B7025-B757-057C-54AF-FCA6B6B9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780" y="2758641"/>
            <a:ext cx="9054657" cy="3123924"/>
          </a:xfrm>
          <a:prstGeom prst="rect">
            <a:avLst/>
          </a:prstGeom>
        </p:spPr>
      </p:pic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F0AEDE5D-DC06-076D-3194-CD013CF5401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085A31F-B1EA-1009-8C7E-90D6BD05158A}"/>
              </a:ext>
            </a:extLst>
          </p:cNvPr>
          <p:cNvSpPr txBox="1"/>
          <p:nvPr/>
        </p:nvSpPr>
        <p:spPr>
          <a:xfrm>
            <a:off x="302451" y="1011585"/>
            <a:ext cx="81180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제어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재생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트랙 구조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Base 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지속적인 재생이 필요한 경우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 매달린 상태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 오르기 등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상태머신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형태로 구현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Override: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필요한 시점에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 차례 재생 필요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등 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11DC-6D53-DC8A-06CD-FB3C24CDA2FD}"/>
              </a:ext>
            </a:extLst>
          </p:cNvPr>
          <p:cNvSpPr txBox="1"/>
          <p:nvPr/>
        </p:nvSpPr>
        <p:spPr>
          <a:xfrm>
            <a:off x="302451" y="2758641"/>
            <a:ext cx="11053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Track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832141-D0D2-D738-DBE8-C0B66E00321C}"/>
              </a:ext>
            </a:extLst>
          </p:cNvPr>
          <p:cNvSpPr txBox="1"/>
          <p:nvPr/>
        </p:nvSpPr>
        <p:spPr>
          <a:xfrm>
            <a:off x="302451" y="4793420"/>
            <a:ext cx="11053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Track 2</a:t>
            </a:r>
          </a:p>
        </p:txBody>
      </p:sp>
    </p:spTree>
    <p:extLst>
      <p:ext uri="{BB962C8B-B14F-4D97-AF65-F5344CB8AC3E}">
        <p14:creationId xmlns:p14="http://schemas.microsoft.com/office/powerpoint/2010/main" val="3748579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918DD-265C-DDB9-B7FC-A9D58086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DA243F-1ACF-A8F6-3DE3-D3DB1A8A7D8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302451" y="1051298"/>
            <a:ext cx="5211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PhysX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지형지물 충돌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향해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환경 탐색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5930021" y="1051297"/>
            <a:ext cx="57851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태그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부여한 태그를 기반으로 캐릭터의 행위를 결정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종류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행동 양식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높낮이 유형 등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구성 변경 가능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021" y="2039766"/>
            <a:ext cx="5785164" cy="46198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C848E5E-59D9-90C3-3D96-54F503C536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11" y="2039767"/>
            <a:ext cx="4920665" cy="3179407"/>
          </a:xfrm>
          <a:prstGeom prst="rect">
            <a:avLst/>
          </a:prstGeom>
        </p:spPr>
      </p:pic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4607D94-1856-0C3E-2076-A43722963D45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471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5991D-1DDC-77AC-5E76-B990175DF25D}"/>
              </a:ext>
            </a:extLst>
          </p:cNvPr>
          <p:cNvSpPr txBox="1"/>
          <p:nvPr/>
        </p:nvSpPr>
        <p:spPr>
          <a:xfrm>
            <a:off x="302450" y="952630"/>
            <a:ext cx="10298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결과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en-US" altLang="ko-KR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Lshift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장애물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AFD0131-D1D6-4CE5-4DC9-A89BC54042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554" y="1805250"/>
            <a:ext cx="6756216" cy="4365419"/>
          </a:xfrm>
          <a:prstGeom prst="rect">
            <a:avLst/>
          </a:prstGeom>
        </p:spPr>
      </p:pic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655EF1D6-484D-88D6-0993-590B41443B13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506368"/>
              </p:ext>
            </p:extLst>
          </p:nvPr>
        </p:nvGraphicFramePr>
        <p:xfrm>
          <a:off x="420856" y="870858"/>
          <a:ext cx="11318860" cy="553810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프로토타입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높이에 따른 장애물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평지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-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간 애니메이션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상태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전환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(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벽면을 올라 평지에 도달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벽면에서 내려와 평지에 도달 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손 위치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를 통해 보정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 또는 기둥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440</Words>
  <Application>Microsoft Office PowerPoint</Application>
  <PresentationFormat>와이드스크린</PresentationFormat>
  <Paragraphs>71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243</cp:revision>
  <dcterms:created xsi:type="dcterms:W3CDTF">2026-07-02T09:06:49Z</dcterms:created>
  <dcterms:modified xsi:type="dcterms:W3CDTF">2026-07-10T06:48:36Z</dcterms:modified>
</cp:coreProperties>
</file>