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0" r:id="rId4"/>
    <p:sldId id="261" r:id="rId5"/>
    <p:sldId id="259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0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4578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0190" y="3059668"/>
            <a:ext cx="741780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/>
              <a:t>주제 </a:t>
            </a:r>
            <a:r>
              <a:rPr lang="en-US" altLang="ko-KR" sz="2400" dirty="0"/>
              <a:t>: </a:t>
            </a:r>
            <a:r>
              <a:rPr lang="ko-KR" altLang="en-US" sz="2400" dirty="0"/>
              <a:t>캐릭터 애니메이션 </a:t>
            </a:r>
            <a:r>
              <a:rPr lang="ko-KR" altLang="en-US" sz="2400" dirty="0" err="1"/>
              <a:t>파쿠르</a:t>
            </a:r>
            <a:r>
              <a:rPr lang="ko-KR" altLang="en-US" sz="2400" dirty="0"/>
              <a:t> 시스템 </a:t>
            </a:r>
            <a:r>
              <a:rPr lang="en-US" altLang="ko-KR" sz="2400" dirty="0"/>
              <a:t>2</a:t>
            </a:r>
            <a:r>
              <a:rPr lang="ko-KR" altLang="en-US" sz="2400"/>
              <a:t>주차</a:t>
            </a:r>
            <a:endParaRPr lang="en-US" altLang="ko-KR" sz="2400" dirty="0"/>
          </a:p>
          <a:p>
            <a:r>
              <a:rPr lang="ko-KR" altLang="en-US" dirty="0"/>
              <a:t>발표자 </a:t>
            </a:r>
            <a:r>
              <a:rPr lang="en-US" altLang="ko-KR" dirty="0"/>
              <a:t>: </a:t>
            </a:r>
            <a:r>
              <a:rPr lang="ko-KR" altLang="en-US" dirty="0"/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2763767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이번 주 작업 내역</a:t>
            </a: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1" y="758852"/>
            <a:ext cx="81180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애니메이션 시스템</a:t>
            </a:r>
            <a:endParaRPr lang="en-US" altLang="ko-KR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애니메이션 </a:t>
            </a:r>
            <a:r>
              <a:rPr lang="ko-KR" altLang="en-US" sz="1600" dirty="0" err="1"/>
              <a:t>블렌드</a:t>
            </a:r>
            <a:r>
              <a:rPr lang="ko-KR" altLang="en-US" sz="1600" dirty="0"/>
              <a:t> </a:t>
            </a:r>
            <a:r>
              <a:rPr lang="en-US" altLang="ko-KR" sz="1600" dirty="0"/>
              <a:t>(2D)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애니메이션 몽타주</a:t>
            </a:r>
            <a:endParaRPr lang="en-US" altLang="ko-KR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37654D-B1C1-B17B-2A32-BB0F324B7AC3}"/>
              </a:ext>
            </a:extLst>
          </p:cNvPr>
          <p:cNvSpPr txBox="1"/>
          <p:nvPr/>
        </p:nvSpPr>
        <p:spPr>
          <a:xfrm>
            <a:off x="302451" y="1825652"/>
            <a:ext cx="8118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구성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3933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918DD-265C-DDB9-B7FC-A9D58086B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8DA243F-1ACF-A8F6-3DE3-D3DB1A8A7D80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이번 주 작업 내역</a:t>
            </a: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AA775-31E2-50BB-2BF3-4EF90C8083FC}"/>
              </a:ext>
            </a:extLst>
          </p:cNvPr>
          <p:cNvSpPr txBox="1"/>
          <p:nvPr/>
        </p:nvSpPr>
        <p:spPr>
          <a:xfrm>
            <a:off x="302451" y="758852"/>
            <a:ext cx="8118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PhysX</a:t>
            </a:r>
            <a:r>
              <a:rPr lang="ko-KR" altLang="en-US" sz="1600" dirty="0"/>
              <a:t> 적용</a:t>
            </a:r>
            <a:r>
              <a:rPr lang="en-US" altLang="ko-KR" sz="1600" dirty="0"/>
              <a:t> </a:t>
            </a:r>
            <a:r>
              <a:rPr lang="ko-KR" altLang="en-US" sz="1600" dirty="0"/>
              <a:t>및</a:t>
            </a:r>
            <a:r>
              <a:rPr lang="en-US" altLang="ko-KR" sz="1600" dirty="0"/>
              <a:t> </a:t>
            </a:r>
            <a:r>
              <a:rPr lang="ko-KR" altLang="en-US" sz="1600" dirty="0"/>
              <a:t>객체 식별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245471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F3801-1345-73B1-BC4D-455683B38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3A2C19-7BB6-4B8F-B088-53F2041DCA0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이번 주 작업 내역</a:t>
            </a: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5991D-1DDC-77AC-5E76-B990175DF25D}"/>
              </a:ext>
            </a:extLst>
          </p:cNvPr>
          <p:cNvSpPr txBox="1"/>
          <p:nvPr/>
        </p:nvSpPr>
        <p:spPr>
          <a:xfrm>
            <a:off x="302450" y="758852"/>
            <a:ext cx="102982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애니메이션 재생 결과</a:t>
            </a:r>
            <a:endParaRPr lang="en-US" altLang="ko-KR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평지 </a:t>
            </a:r>
            <a:r>
              <a:rPr lang="ko-KR" altLang="en-US" sz="1600" dirty="0" err="1"/>
              <a:t>로코모션</a:t>
            </a:r>
            <a:r>
              <a:rPr lang="ko-KR" altLang="en-US" sz="1600" dirty="0"/>
              <a:t> </a:t>
            </a:r>
            <a:r>
              <a:rPr lang="en-US" altLang="ko-KR" sz="1600" dirty="0"/>
              <a:t>-&gt; </a:t>
            </a:r>
            <a:r>
              <a:rPr lang="en-US" altLang="ko-KR" sz="1600" dirty="0" err="1"/>
              <a:t>Lshift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레이캐스트</a:t>
            </a:r>
            <a:r>
              <a:rPr lang="ko-KR" altLang="en-US" sz="1600" dirty="0"/>
              <a:t> 장애물 식별 </a:t>
            </a:r>
            <a:r>
              <a:rPr lang="en-US" altLang="ko-KR" sz="1600" dirty="0"/>
              <a:t>-&gt; </a:t>
            </a:r>
            <a:r>
              <a:rPr lang="ko-KR" altLang="en-US" sz="1600" dirty="0"/>
              <a:t>담 넘기 </a:t>
            </a:r>
            <a:r>
              <a:rPr lang="en-US" altLang="ko-KR" sz="1600" dirty="0"/>
              <a:t>-&gt; </a:t>
            </a:r>
            <a:r>
              <a:rPr lang="ko-KR" altLang="en-US" sz="1600" dirty="0"/>
              <a:t>평지 </a:t>
            </a:r>
            <a:r>
              <a:rPr lang="ko-KR" altLang="en-US" sz="1600" dirty="0" err="1"/>
              <a:t>로코모션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756431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진행 계획</a:t>
            </a:r>
            <a:r>
              <a:rPr lang="en-US" altLang="ko-KR" dirty="0"/>
              <a:t> (</a:t>
            </a:r>
            <a:r>
              <a:rPr lang="ko-KR" altLang="en-US" dirty="0" err="1"/>
              <a:t>주차별</a:t>
            </a:r>
            <a:r>
              <a:rPr lang="ko-KR" altLang="en-US" dirty="0"/>
              <a:t> 목표</a:t>
            </a:r>
            <a:r>
              <a:rPr lang="en-US" altLang="ko-KR" dirty="0"/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933453"/>
              </p:ext>
            </p:extLst>
          </p:nvPr>
        </p:nvGraphicFramePr>
        <p:xfrm>
          <a:off x="420856" y="870858"/>
          <a:ext cx="11318860" cy="55381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/>
                        <a:t>작업 목표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/>
                        <a:t>작업 세부 내용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미니엔진 구조 파악 및 기반 클래스</a:t>
                      </a:r>
                      <a:r>
                        <a:rPr lang="ko-KR" altLang="en-US" sz="1600" baseline="0" dirty="0"/>
                        <a:t> 구성</a:t>
                      </a:r>
                      <a:endParaRPr lang="en-US" altLang="ko-KR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600" dirty="0"/>
                        <a:t>미니엔진 파악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게임 기반 클래스 작성</a:t>
                      </a:r>
                      <a:r>
                        <a:rPr lang="en-US" altLang="ko-KR" sz="1600" dirty="0"/>
                        <a:t>, </a:t>
                      </a:r>
                      <a:br>
                        <a:rPr lang="en-US" altLang="ko-KR" sz="1600" dirty="0"/>
                      </a:br>
                      <a:r>
                        <a:rPr lang="en-US" altLang="ko-KR" sz="1600" dirty="0" err="1"/>
                        <a:t>fbx</a:t>
                      </a:r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파일 </a:t>
                      </a:r>
                      <a:r>
                        <a:rPr lang="ko-KR" altLang="en-US" sz="1600" dirty="0" err="1"/>
                        <a:t>파싱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baseline="0" dirty="0"/>
                        <a:t>렌더링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baseline="0" dirty="0"/>
                        <a:t>애니메이션 재생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애니메이션 시스템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물리엔진 적용</a:t>
                      </a:r>
                      <a:r>
                        <a:rPr lang="en-US" altLang="ko-KR" sz="1600" dirty="0"/>
                        <a:t>,</a:t>
                      </a:r>
                    </a:p>
                    <a:p>
                      <a:pPr latinLnBrk="1"/>
                      <a:r>
                        <a:rPr lang="ko-KR" altLang="en-US" sz="1600" dirty="0"/>
                        <a:t>입력 바인딩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캐릭터 애니메이션 </a:t>
                      </a:r>
                      <a:r>
                        <a:rPr lang="ko-KR" altLang="en-US" sz="1600" dirty="0" err="1"/>
                        <a:t>블렌드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애니메이션 </a:t>
                      </a:r>
                      <a:r>
                        <a:rPr lang="ko-KR" altLang="en-US" sz="1600" dirty="0" err="1"/>
                        <a:t>상태머신</a:t>
                      </a:r>
                      <a:r>
                        <a:rPr lang="en-US" altLang="ko-KR" sz="1600" dirty="0"/>
                        <a:t>,</a:t>
                      </a:r>
                    </a:p>
                    <a:p>
                      <a:pPr latinLnBrk="1"/>
                      <a:r>
                        <a:rPr lang="ko-KR" altLang="en-US" sz="1600" dirty="0"/>
                        <a:t>물리엔진</a:t>
                      </a:r>
                      <a:r>
                        <a:rPr lang="en-US" altLang="ko-KR" sz="1600" dirty="0"/>
                        <a:t>(PhysX) </a:t>
                      </a:r>
                      <a:r>
                        <a:rPr lang="ko-KR" altLang="en-US" sz="1600" dirty="0"/>
                        <a:t>적용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캐릭터 입력 바인딩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캐릭터 </a:t>
                      </a:r>
                      <a:r>
                        <a:rPr lang="ko-KR" altLang="en-US" sz="1600" dirty="0" err="1"/>
                        <a:t>로코모션</a:t>
                      </a:r>
                      <a:r>
                        <a:rPr lang="ko-KR" altLang="en-US" sz="1600" dirty="0"/>
                        <a:t> 적용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캐릭터</a:t>
                      </a:r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 err="1"/>
                        <a:t>파쿠르</a:t>
                      </a:r>
                      <a:r>
                        <a:rPr lang="ko-KR" altLang="en-US" sz="1600" dirty="0"/>
                        <a:t> 애니메이션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씬</a:t>
                      </a:r>
                      <a:r>
                        <a:rPr lang="en-US" altLang="ko-KR" sz="1600" baseline="0" dirty="0"/>
                        <a:t> </a:t>
                      </a:r>
                      <a:r>
                        <a:rPr lang="ko-KR" altLang="en-US" sz="1600" baseline="0" dirty="0"/>
                        <a:t>데이터 직렬화 </a:t>
                      </a:r>
                      <a:r>
                        <a:rPr lang="en-US" altLang="ko-KR" sz="1600" baseline="0" dirty="0"/>
                        <a:t>(</a:t>
                      </a:r>
                      <a:r>
                        <a:rPr lang="ko-KR" altLang="en-US" sz="1600" baseline="0" dirty="0"/>
                        <a:t>장애물 배치 정보</a:t>
                      </a:r>
                      <a:r>
                        <a:rPr lang="en-US" altLang="ko-KR" sz="1600" baseline="0" dirty="0"/>
                        <a:t>), </a:t>
                      </a:r>
                      <a:r>
                        <a:rPr lang="ko-KR" altLang="en-US" sz="1600" baseline="0" dirty="0"/>
                        <a:t>장애물 높이 인식</a:t>
                      </a:r>
                      <a:r>
                        <a:rPr lang="en-US" altLang="ko-KR" sz="1600" baseline="0" dirty="0"/>
                        <a:t>, </a:t>
                      </a:r>
                      <a:br>
                        <a:rPr lang="en-US" altLang="ko-KR" sz="1600" baseline="0" dirty="0"/>
                      </a:br>
                      <a:r>
                        <a:rPr lang="ko-KR" altLang="en-US" sz="1600" baseline="0" dirty="0"/>
                        <a:t>인식한 장애물에 대한 </a:t>
                      </a:r>
                      <a:r>
                        <a:rPr lang="ko-KR" altLang="en-US" sz="1600" baseline="0" dirty="0" err="1"/>
                        <a:t>파쿠르</a:t>
                      </a:r>
                      <a:r>
                        <a:rPr lang="ko-KR" altLang="en-US" sz="1600" baseline="0" dirty="0"/>
                        <a:t> 애니메이션 선택</a:t>
                      </a:r>
                      <a:r>
                        <a:rPr lang="en-US" altLang="ko-KR" sz="1600" baseline="0" dirty="0"/>
                        <a:t> </a:t>
                      </a:r>
                      <a:r>
                        <a:rPr lang="ko-KR" altLang="en-US" sz="1600" baseline="0" dirty="0"/>
                        <a:t>및 출력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파쿠르</a:t>
                      </a:r>
                      <a:r>
                        <a:rPr lang="ko-KR" altLang="en-US" sz="1600" dirty="0"/>
                        <a:t> </a:t>
                      </a:r>
                      <a:r>
                        <a:rPr lang="ko-KR" altLang="en-US" sz="1600" dirty="0" err="1"/>
                        <a:t>프로토타입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높이에 따른 장애물</a:t>
                      </a:r>
                      <a:r>
                        <a:rPr lang="ko-KR" altLang="en-US" sz="1600" baseline="0" dirty="0"/>
                        <a:t> </a:t>
                      </a:r>
                      <a:r>
                        <a:rPr lang="ko-KR" altLang="en-US" sz="1600" baseline="0" dirty="0" err="1"/>
                        <a:t>파쿠르</a:t>
                      </a:r>
                      <a:r>
                        <a:rPr lang="ko-KR" altLang="en-US" sz="1600" baseline="0" dirty="0"/>
                        <a:t> 처리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dirty="0"/>
                        <a:t>평지</a:t>
                      </a:r>
                      <a:r>
                        <a:rPr lang="en-US" altLang="ko-KR" sz="1600" dirty="0"/>
                        <a:t>-</a:t>
                      </a:r>
                      <a:r>
                        <a:rPr lang="ko-KR" altLang="en-US" sz="1600" dirty="0"/>
                        <a:t>벽면 간 애니메이션</a:t>
                      </a:r>
                      <a:r>
                        <a:rPr lang="ko-KR" altLang="en-US" sz="1600" baseline="0" dirty="0"/>
                        <a:t> 상태</a:t>
                      </a:r>
                      <a:r>
                        <a:rPr lang="ko-KR" altLang="en-US" sz="1600" dirty="0"/>
                        <a:t> 전환</a:t>
                      </a:r>
                      <a:r>
                        <a:rPr lang="en-US" altLang="ko-KR" sz="1600" baseline="0" dirty="0"/>
                        <a:t> (</a:t>
                      </a:r>
                      <a:r>
                        <a:rPr lang="ko-KR" altLang="en-US" sz="1600" baseline="0" dirty="0"/>
                        <a:t>벽면을 올라 평지에 도달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baseline="0" dirty="0"/>
                        <a:t>벽면에서 내려와 평지에 도달 등</a:t>
                      </a:r>
                      <a:r>
                        <a:rPr lang="en-US" altLang="ko-KR" sz="1600" baseline="0" dirty="0"/>
                        <a:t>)</a:t>
                      </a:r>
                      <a:endParaRPr lang="en-US" altLang="ko-KR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파쿠르</a:t>
                      </a:r>
                      <a:r>
                        <a:rPr lang="ko-KR" altLang="en-US" sz="1600" dirty="0"/>
                        <a:t> 시스템 보완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애니메이션 </a:t>
                      </a:r>
                      <a:r>
                        <a:rPr lang="en-US" altLang="ko-KR" sz="1600" dirty="0"/>
                        <a:t>IK </a:t>
                      </a:r>
                      <a:r>
                        <a:rPr lang="ko-KR" altLang="en-US" sz="1600" dirty="0"/>
                        <a:t>적용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파쿠르</a:t>
                      </a:r>
                      <a:r>
                        <a:rPr lang="ko-KR" altLang="en-US" sz="1600" dirty="0"/>
                        <a:t> 시</a:t>
                      </a:r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캐릭터 손 위치 </a:t>
                      </a:r>
                      <a:r>
                        <a:rPr lang="en-US" altLang="ko-KR" sz="1600" dirty="0"/>
                        <a:t>IK</a:t>
                      </a:r>
                      <a:r>
                        <a:rPr lang="ko-KR" altLang="en-US" sz="1600" dirty="0"/>
                        <a:t>를 통해 보정</a:t>
                      </a:r>
                      <a:endParaRPr lang="en-US" altLang="ko-KR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복잡한 지형 애니메이션 처리 </a:t>
                      </a:r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aseline="0" dirty="0"/>
                        <a:t>벽면 중간에 지붕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baseline="0" dirty="0"/>
                        <a:t>경사로</a:t>
                      </a:r>
                      <a:r>
                        <a:rPr lang="en-US" altLang="ko-KR" sz="1600" baseline="0" dirty="0"/>
                        <a:t>, </a:t>
                      </a:r>
                      <a:r>
                        <a:rPr lang="ko-KR" altLang="en-US" sz="1600" baseline="0" dirty="0"/>
                        <a:t>철봉 나열된 환경</a:t>
                      </a:r>
                      <a:br>
                        <a:rPr lang="en-US" altLang="ko-KR" sz="1600" baseline="0" dirty="0"/>
                      </a:br>
                      <a:r>
                        <a:rPr lang="ko-KR" altLang="en-US" sz="1600" baseline="0" dirty="0" err="1"/>
                        <a:t>파쿠르</a:t>
                      </a:r>
                      <a:r>
                        <a:rPr lang="ko-KR" altLang="en-US" sz="1600" baseline="0" dirty="0"/>
                        <a:t> 애니메이션 처리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복잡한 지형 애니메이션 처리 </a:t>
                      </a:r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직각으로 만나는 벽면 간 이동 처리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벽면에 뻗어 나온 줄 또는 기둥</a:t>
                      </a:r>
                      <a:r>
                        <a:rPr lang="ko-KR" altLang="en-US" sz="1600" baseline="0" dirty="0"/>
                        <a:t> 환경 </a:t>
                      </a:r>
                      <a:r>
                        <a:rPr lang="ko-KR" altLang="en-US" sz="1600" baseline="0" dirty="0" err="1"/>
                        <a:t>파쿠르</a:t>
                      </a:r>
                      <a:r>
                        <a:rPr lang="ko-KR" altLang="en-US" sz="1600" baseline="0" dirty="0"/>
                        <a:t> 애니메이션 처리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마무리 및 보완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미흡사항 보완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1267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316</Words>
  <Application>Microsoft Office PowerPoint</Application>
  <PresentationFormat>와이드스크린</PresentationFormat>
  <Paragraphs>51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118</cp:revision>
  <dcterms:created xsi:type="dcterms:W3CDTF">2026-07-02T09:06:49Z</dcterms:created>
  <dcterms:modified xsi:type="dcterms:W3CDTF">2026-07-09T09:35:46Z</dcterms:modified>
</cp:coreProperties>
</file>