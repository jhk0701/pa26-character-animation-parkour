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62" r:id="rId2"/>
    <p:sldId id="257" r:id="rId3"/>
    <p:sldId id="260" r:id="rId4"/>
    <p:sldId id="261" r:id="rId5"/>
    <p:sldId id="265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672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xmlns="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xmlns="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xmlns="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xmlns="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xmlns="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xmlns="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xmlns="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xmlns="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xmlns="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xmlns="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xmlns="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xmlns="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xmlns="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xmlns="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xmlns="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xmlns="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xmlns="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xmlns="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xmlns="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xmlns="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xmlns="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xmlns="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xmlns="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xmlns="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xmlns="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xmlns="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xmlns="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54019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</a:t>
            </a:r>
            <a:r>
              <a:rPr lang="ko-KR" altLang="en-US" sz="24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540190" y="3421353"/>
            <a:ext cx="15872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2D538815-CBEF-E37B-5659-B5091F86B485}"/>
              </a:ext>
            </a:extLst>
          </p:cNvPr>
          <p:cNvSpPr txBox="1"/>
          <p:nvPr/>
        </p:nvSpPr>
        <p:spPr>
          <a:xfrm>
            <a:off x="302451" y="758852"/>
            <a:ext cx="81180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시스템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블렌드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(2D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 – 4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방향 애니메이션을 가중치에 따라 </a:t>
            </a:r>
            <a:r>
              <a:rPr lang="ko-KR" altLang="en-US" sz="16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블렌드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몽타주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60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단발성 재생을 위한 애니메이션 처리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8E37654D-B1C1-B17B-2A32-BB0F324B7AC3}"/>
              </a:ext>
            </a:extLst>
          </p:cNvPr>
          <p:cNvSpPr txBox="1"/>
          <p:nvPr/>
        </p:nvSpPr>
        <p:spPr>
          <a:xfrm>
            <a:off x="302451" y="3075030"/>
            <a:ext cx="8118068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향후 구현 방향  </a:t>
            </a:r>
            <a:endParaRPr lang="en-US" altLang="ko-KR" sz="16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지속적인 재생 필요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Base Layer (</a:t>
            </a:r>
            <a:r>
              <a:rPr lang="en-US" altLang="ko-KR" sz="16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BlendClip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벽면 매달린 상태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벽 오르기 등 상태 머신 구현</a:t>
            </a:r>
            <a:endParaRPr lang="en-US" altLang="ko-KR" sz="16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한 차례 재생 필요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Override Layer (</a:t>
            </a:r>
            <a:r>
              <a:rPr lang="en-US" altLang="ko-KR" sz="16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ActionClip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점프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담 넘기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등 </a:t>
            </a:r>
            <a:endParaRPr lang="en-US" altLang="ko-KR" sz="16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8A918DD-265C-DDB9-B7FC-A9D58086B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38DA243F-1ACF-A8F6-3DE3-D3DB1A8A7D80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75DAA775-31E2-50BB-2BF3-4EF90C8083FC}"/>
              </a:ext>
            </a:extLst>
          </p:cNvPr>
          <p:cNvSpPr txBox="1"/>
          <p:nvPr/>
        </p:nvSpPr>
        <p:spPr>
          <a:xfrm>
            <a:off x="302451" y="758852"/>
            <a:ext cx="81180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PhysX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</a:t>
            </a:r>
            <a:endParaRPr lang="en-US" altLang="ko-KR" sz="16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지형지물 충돌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향해 </a:t>
            </a:r>
            <a:r>
              <a:rPr lang="ko-KR" altLang="en-US" sz="1600" dirty="0" err="1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레이캐스트로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환경 탐색</a:t>
            </a:r>
            <a:endParaRPr lang="en-US" altLang="ko-KR" sz="16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xmlns="" id="{75DAA775-31E2-50BB-2BF3-4EF90C8083FC}"/>
              </a:ext>
            </a:extLst>
          </p:cNvPr>
          <p:cNvSpPr txBox="1"/>
          <p:nvPr/>
        </p:nvSpPr>
        <p:spPr>
          <a:xfrm>
            <a:off x="302451" y="3654452"/>
            <a:ext cx="81180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객체 식별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태그</a:t>
            </a:r>
            <a:endParaRPr lang="en-US" altLang="ko-KR" sz="16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부여한 태그를 기반으로 캐릭터의 행위를 결정</a:t>
            </a:r>
            <a:endParaRPr lang="en-US" altLang="ko-KR" sz="16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객체 종류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행동 양식 </a:t>
            </a:r>
            <a:r>
              <a:rPr lang="en-US" altLang="ko-KR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– </a:t>
            </a:r>
            <a:r>
              <a:rPr lang="ko-KR" altLang="en-US" sz="1600" dirty="0" smtClean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높낮이 유형</a:t>
            </a:r>
            <a:endParaRPr lang="en-US" altLang="ko-KR" sz="1600" dirty="0" smtClean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454716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60F3801-1345-73B1-BC4D-455683B38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xmlns="" id="{953A2C19-7BB6-4B8F-B088-53F2041DCA07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1C05991D-1DDC-77AC-5E76-B990175DF25D}"/>
              </a:ext>
            </a:extLst>
          </p:cNvPr>
          <p:cNvSpPr txBox="1"/>
          <p:nvPr/>
        </p:nvSpPr>
        <p:spPr>
          <a:xfrm>
            <a:off x="302450" y="758852"/>
            <a:ext cx="102982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재생 결과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en-US" altLang="ko-KR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Lshift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레이캐스트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장애물 식별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담 넘기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-&gt;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평지 </a:t>
            </a:r>
            <a:r>
              <a:rPr lang="ko-KR" altLang="en-US" sz="16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로코모션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6431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/>
          </p:nvPr>
        </p:nvGraphicFramePr>
        <p:xfrm>
          <a:off x="420856" y="870858"/>
          <a:ext cx="11318860" cy="5538105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씬 배치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적용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씬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 직렬화 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배치 정보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프로토타입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높이에 따른 장애물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평지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-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간 애니메이션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상태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전환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(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벽면을 올라 평지에 도달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벽면에서 내려와 평지에 도달 등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손 위치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를 통해 보정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/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6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 또는 기둥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=""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318</Words>
  <Application>Microsoft Office PowerPoint</Application>
  <PresentationFormat>와이드스크린</PresentationFormat>
  <Paragraphs>60</Paragraphs>
  <Slides>5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나눔바른고딕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USER</cp:lastModifiedBy>
  <cp:revision>145</cp:revision>
  <dcterms:created xsi:type="dcterms:W3CDTF">2026-07-02T09:06:49Z</dcterms:created>
  <dcterms:modified xsi:type="dcterms:W3CDTF">2026-07-09T15:25:27Z</dcterms:modified>
</cp:coreProperties>
</file>