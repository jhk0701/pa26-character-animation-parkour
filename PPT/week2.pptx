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66" r:id="rId4"/>
    <p:sldId id="260" r:id="rId5"/>
    <p:sldId id="261" r:id="rId6"/>
    <p:sldId id="265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6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A7D5B-B91B-48D9-9BBD-A861B53BECFD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6232B-CCFA-4887-B271-B9E43E273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61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목표 영상 </a:t>
            </a:r>
            <a:r>
              <a:rPr lang="en-US" altLang="ko-KR" dirty="0"/>
              <a:t>: 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어쌔신크리드</a:t>
            </a:r>
            <a:r>
              <a:rPr lang="ko-KR" altLang="en-US" dirty="0"/>
              <a:t> </a:t>
            </a:r>
            <a:r>
              <a:rPr lang="ko-KR" altLang="en-US" dirty="0" err="1"/>
              <a:t>파쿠르</a:t>
            </a:r>
            <a:r>
              <a:rPr lang="ko-KR" altLang="en-US" dirty="0"/>
              <a:t> 액션 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https://www.youtube.com/shorts/DgF8jxONRSM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https://www.youtube.com/shorts/bMgaW5dvLzk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https://www.youtube.com/watch?v=1vhC870Phb0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https://www.youtube.com/shorts/AZEMIHgBK1E</a:t>
            </a:r>
          </a:p>
          <a:p>
            <a:pPr marL="228600" lvl="0" indent="-228600">
              <a:buAutoNum type="arabicPeriod"/>
            </a:pPr>
            <a:r>
              <a:rPr lang="ko-KR" altLang="en-US" dirty="0" err="1"/>
              <a:t>툼레이더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https://www.youtube.com/watch?v=reqY7n8hdSg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https://www.youtube.com/shorts/PLTIvSb6AxM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3AB99-662C-46EC-B86C-F2E227D3EFA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8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7C6A88D-EDAF-CEC2-712F-FA6A7E4FF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1F7A10E8-4E5D-A611-E577-EBA5676A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FA4EF1CD-FA03-944B-0EC0-2AABE3B0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D7E1904F-F41F-7809-481D-7E79FCD2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6C721DE-9DEE-BACB-B354-8E260F43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6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4F5793F-94FE-56B0-E0CB-A317DA7F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BFAF79B8-2AD1-69C6-D4D5-21827C68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6718AF63-4F49-82B6-24FC-BB457FC9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AA45FF19-25D7-1FF3-E311-2C2E07B2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3D8BF-52A4-97EB-612B-F9899664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58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EB95909-78E9-5BAC-68EA-7DCA2A12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D6B98DAF-2A47-3ECD-807C-96FB70CF9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A3AD9670-C268-56FC-281A-FE1F5954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A4946F37-FE38-E38E-7339-DC6E4EFA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7C17C39B-6348-28CC-59AF-B1A65BE2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8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D0EFA0F-10D7-865F-1370-4EA34C78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498CDB5-9D2B-5F68-9DD8-ED20454B1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570EB1B7-8EDE-2794-EA53-E0C1972FA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1FBCFA4-CF51-706E-F9F0-8B66CA1A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FD56636A-469F-7FE9-480E-955BCC0E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3971D272-167D-EE36-E685-CD8BFE8C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AC7230E-A2F3-4027-B6F6-9C5C289B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0C685356-7419-AD93-377A-8D9A0293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CC36E6CA-94A6-3223-C91A-F6E9648C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F4DFD790-787A-88A3-300F-C173DAD2E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012AE83D-2990-A6E4-CC9C-06D342A67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3C11F8C3-5AD3-730B-8ADB-304185DA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F36ABA7-53C4-C11E-CC9D-F5E59BDB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5E29E145-D4AE-F9FB-A218-47B323C4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1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3D855E6-5AD7-B657-346A-38D87715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F3052B06-09E1-1CD0-A032-AEB30F69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DE18691A-8582-987D-DF06-E6D8B618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6F997ACE-7D00-7B35-1F16-F56C5450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0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2703D88F-9D50-1761-731E-68DD1FC6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70793086-842E-7906-6019-4284A9E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6D4FE3DE-7F26-4352-74EE-A720C7AF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AFB6F63-D5C7-EB4A-A651-8DA5561A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000FB2D-0CF3-1A3C-E704-F8CA96C2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8C3C47D-E633-BB5D-0FA3-41A5E3C28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603DA118-0D2F-73A1-6311-85E95462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E46749A-348F-886F-32BD-A562F1A2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0BF22D09-FBE9-294C-014E-9A808723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0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A50C132-3A30-7E9C-0BBB-1CD1A789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2F31776A-D32D-34F5-8A99-A26F4F653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3E500BF3-C366-20F6-6257-8233A0794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DB1C119C-B590-D055-6B10-AAE861F0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0064F92-4550-973E-464E-89CA3E7E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708384D1-792D-8EA8-718E-F756CEE6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47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EC6E50E-2954-B290-1563-C4936B9E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5B6A99E4-1414-E268-7B72-A4C896708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A9BB3C2-1FA4-4151-9ADB-996284F1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A27C81A-BE4E-27CE-6CE4-0AE5876D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4E3C814-C417-2E3F-F02B-1B9ED694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5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AC1D687F-54E9-57A3-FDA2-5A8060E79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BC846A14-940B-8FE8-A769-3DABAE11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93732A3-4427-5A76-3A9C-DBE87A4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16A5B672-F383-0FF5-2D72-72E1E7F0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E28928A-9906-D889-A8B7-B97D729C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C0AC0570-6E75-D8C0-582D-3A448969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9ADFDDF-DF3C-19FA-0ED8-5D640C08D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AB9AC677-7913-29B2-30F7-969771FA5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A429-5607-4C3C-9BC0-4142A9E0745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3A6836E4-21B2-245A-8933-7F64F64AC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2D0B4E-8F0D-F1B8-2A71-9862FC97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7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0190" y="2959688"/>
            <a:ext cx="74178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 애니메이션 </a:t>
            </a:r>
            <a:r>
              <a:rPr lang="ko-KR" altLang="en-US" sz="24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파쿠르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시스템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1</a:t>
            </a:r>
            <a:r>
              <a:rPr lang="ko-KR" altLang="en-US" sz="2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</a:t>
            </a:r>
            <a:endParaRPr lang="en-US" altLang="ko-KR" sz="24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40190" y="3421353"/>
            <a:ext cx="1587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발표자 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김정환</a:t>
            </a:r>
          </a:p>
        </p:txBody>
      </p:sp>
    </p:spTree>
    <p:extLst>
      <p:ext uri="{BB962C8B-B14F-4D97-AF65-F5344CB8AC3E}">
        <p14:creationId xmlns:p14="http://schemas.microsoft.com/office/powerpoint/2010/main" val="345922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1" y="684785"/>
            <a:ext cx="81180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애니메이션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시스템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ko-KR" altLang="en-US" sz="16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애니메이터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애니메이션 재생 제어</a:t>
            </a:r>
            <a:endParaRPr lang="en-US" altLang="ko-KR" sz="16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ko-KR" altLang="en-US" sz="16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블렌드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클립 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(2D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 : 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2D 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평면에서 입력한 좌표를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이용해 사전에 배치된 애니메이션 간 거리를 계산</a:t>
            </a:r>
            <a:endParaRPr lang="en-US" altLang="ko-KR" sz="16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좌표에 가까운 애니메이션을 가중치를 높게 주어 재생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ko-KR" altLang="en-US" sz="16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로코모션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형태의 애니메이션의 축 입력을 자연스럽게 처리하고자 구현</a:t>
            </a:r>
            <a:endParaRPr lang="en-US" altLang="ko-KR" sz="16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액션 클립 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단발성 재생을 위한 애니메이션 처리</a:t>
            </a:r>
            <a:endParaRPr lang="en-US" altLang="ko-KR" sz="16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점프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장애물 넘기 등 단발성으로 재생하는 애니메이션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246591" y="3362441"/>
            <a:ext cx="8066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액션 클립 </a:t>
            </a:r>
            <a:endParaRPr lang="ko-KR" altLang="en-US" sz="1200" dirty="0"/>
          </a:p>
        </p:txBody>
      </p:sp>
      <p:sp>
        <p:nvSpPr>
          <p:cNvPr id="6" name="직사각형 5"/>
          <p:cNvSpPr/>
          <p:nvPr/>
        </p:nvSpPr>
        <p:spPr>
          <a:xfrm>
            <a:off x="302451" y="3362440"/>
            <a:ext cx="9444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블렌드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클립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3933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E37654D-B1C1-B17B-2A32-BB0F324B7AC3}"/>
              </a:ext>
            </a:extLst>
          </p:cNvPr>
          <p:cNvSpPr txBox="1"/>
          <p:nvPr/>
        </p:nvSpPr>
        <p:spPr>
          <a:xfrm>
            <a:off x="302451" y="684785"/>
            <a:ext cx="81180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애니메이터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6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레이어</a:t>
            </a:r>
            <a:endParaRPr lang="en-US" altLang="ko-KR" sz="16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Base 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Layer 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지속적인 재생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필요한 경우</a:t>
            </a:r>
            <a:endParaRPr lang="en-US" altLang="ko-KR" sz="16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평지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벽면 매달린 상태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벽 오르기 등 </a:t>
            </a:r>
            <a:r>
              <a:rPr lang="ko-KR" altLang="en-US" sz="16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상태머신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형태로 구현</a:t>
            </a:r>
            <a:endParaRPr lang="en-US" altLang="ko-KR" sz="16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Override Layer 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필요한 시점에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한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차례 재생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필요</a:t>
            </a:r>
            <a:endParaRPr lang="en-US" altLang="ko-KR" sz="16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점프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담 넘기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등 </a:t>
            </a:r>
            <a:endParaRPr lang="en-US" altLang="ko-KR" sz="16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666" y="2377556"/>
            <a:ext cx="7952668" cy="348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579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8A918DD-265C-DDB9-B7FC-A9D58086B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8DA243F-1ACF-A8F6-3DE3-D3DB1A8A7D80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5DAA775-31E2-50BB-2BF3-4EF90C8083FC}"/>
              </a:ext>
            </a:extLst>
          </p:cNvPr>
          <p:cNvSpPr txBox="1"/>
          <p:nvPr/>
        </p:nvSpPr>
        <p:spPr>
          <a:xfrm>
            <a:off x="302451" y="758852"/>
            <a:ext cx="5211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PhysX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적용</a:t>
            </a:r>
            <a:endParaRPr lang="en-US" altLang="ko-KR" sz="16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지형지물 충돌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장애물을 향해 </a:t>
            </a:r>
            <a:r>
              <a:rPr lang="ko-KR" altLang="en-US" sz="16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레이캐스트로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환경 탐색</a:t>
            </a:r>
            <a:endParaRPr lang="en-US" altLang="ko-KR" sz="16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5DAA775-31E2-50BB-2BF3-4EF90C8083FC}"/>
              </a:ext>
            </a:extLst>
          </p:cNvPr>
          <p:cNvSpPr txBox="1"/>
          <p:nvPr/>
        </p:nvSpPr>
        <p:spPr>
          <a:xfrm>
            <a:off x="5930021" y="758851"/>
            <a:ext cx="5785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객체 식별 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태그</a:t>
            </a:r>
            <a:endParaRPr lang="en-US" altLang="ko-KR" sz="16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부여한 태그를 기반으로 캐릭터의 행위를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결정</a:t>
            </a:r>
            <a:endParaRPr lang="en-US" altLang="ko-KR" sz="16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객체 종류 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–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행동 양식 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–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높낮이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유형 등 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(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구성 변경 가능</a:t>
            </a:r>
            <a:r>
              <a:rPr lang="en-US" altLang="ko-KR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</a:t>
            </a:r>
            <a:endParaRPr lang="en-US" altLang="ko-KR" sz="16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496" y="1747320"/>
            <a:ext cx="6033579" cy="481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471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60F3801-1345-73B1-BC4D-455683B3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53A2C19-7BB6-4B8F-B088-53F2041DCA07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C05991D-1DDC-77AC-5E76-B990175DF25D}"/>
              </a:ext>
            </a:extLst>
          </p:cNvPr>
          <p:cNvSpPr txBox="1"/>
          <p:nvPr/>
        </p:nvSpPr>
        <p:spPr>
          <a:xfrm>
            <a:off x="302450" y="758852"/>
            <a:ext cx="102982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애니메이션 재생 결과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평지 </a:t>
            </a:r>
            <a:r>
              <a:rPr lang="ko-KR" altLang="en-US" sz="16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로코모션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-&gt; </a:t>
            </a:r>
            <a:r>
              <a:rPr lang="en-US" altLang="ko-KR" sz="16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Lshift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6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레이캐스트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장애물 식별 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-&gt; 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담 넘기 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-&gt; 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평지 </a:t>
            </a:r>
            <a:r>
              <a:rPr lang="ko-KR" altLang="en-US" sz="16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로코모션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6431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715F932-2F2C-4A3F-7F16-1B13D352985A}"/>
              </a:ext>
            </a:extLst>
          </p:cNvPr>
          <p:cNvSpPr txBox="1"/>
          <p:nvPr/>
        </p:nvSpPr>
        <p:spPr>
          <a:xfrm>
            <a:off x="354702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진행 계획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(</a:t>
            </a:r>
            <a:r>
              <a:rPr lang="ko-KR" altLang="en-US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주차별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목표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765672"/>
              </p:ext>
            </p:extLst>
          </p:nvPr>
        </p:nvGraphicFramePr>
        <p:xfrm>
          <a:off x="420856" y="870858"/>
          <a:ext cx="11318860" cy="553810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143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072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3201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728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세부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1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구조 파악 및 기반 클래스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구성</a:t>
                      </a:r>
                      <a:endParaRPr lang="en-US" altLang="ko-KR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파악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게임 기반 클래스 작성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b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en-US" altLang="ko-KR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fbx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파일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파싱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렌더링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재생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2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시스템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 적용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입력 바인딩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애니메이션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블렌드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상태머신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(PhysX)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입력 바인딩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로코모션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적용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3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씬 배치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씬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데이터 직렬화 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장애물 배치 정보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),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장애물 높이 인식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b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인식한 장애물에 대한 </a:t>
                      </a:r>
                      <a:r>
                        <a:rPr lang="ko-KR" altLang="en-US" sz="1400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선택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및 출력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4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프로토타입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높이에 따른 장애물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처리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평지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-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 간 애니메이션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상태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전환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(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벽면을 올라 평지에 도달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벽면에서 내려와 평지에 도달 등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</a:t>
                      </a:r>
                      <a:endParaRPr lang="en-US" altLang="ko-KR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5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시스템 보완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손 위치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를 통해 보정</a:t>
                      </a:r>
                      <a:endParaRPr lang="en-US" altLang="ko-KR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6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애니메이션 처리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1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 중간에 지붕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경사로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철봉 나열된 환경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/>
                      </a:r>
                      <a:b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ko-KR" altLang="en-US" sz="1400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7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애니메이션 처리 </a:t>
                      </a:r>
                      <a:r>
                        <a:rPr lang="en-US" altLang="ko-KR" sz="1400" dirty="0" smtClean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2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직각으로 만나는 벽면 간 이동 처리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벽면에 뻗어 나온 줄 또는 기둥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환경 </a:t>
                      </a:r>
                      <a:r>
                        <a:rPr lang="ko-KR" altLang="en-US" sz="1400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8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마무리 및 보완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미흡사항 보완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680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361</Words>
  <Application>Microsoft Office PowerPoint</Application>
  <PresentationFormat>와이드스크린</PresentationFormat>
  <Paragraphs>69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나눔바른고딕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김정환</dc:creator>
  <cp:lastModifiedBy>USER</cp:lastModifiedBy>
  <cp:revision>180</cp:revision>
  <dcterms:created xsi:type="dcterms:W3CDTF">2026-07-02T09:06:49Z</dcterms:created>
  <dcterms:modified xsi:type="dcterms:W3CDTF">2026-07-09T23:04:18Z</dcterms:modified>
</cp:coreProperties>
</file>