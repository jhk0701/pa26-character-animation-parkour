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2" r:id="rId2"/>
    <p:sldId id="257" r:id="rId3"/>
    <p:sldId id="267" r:id="rId4"/>
    <p:sldId id="268" r:id="rId5"/>
    <p:sldId id="269" r:id="rId6"/>
    <p:sldId id="261" r:id="rId7"/>
    <p:sldId id="270" r:id="rId8"/>
    <p:sldId id="272" r:id="rId9"/>
    <p:sldId id="266" r:id="rId10"/>
    <p:sldId id="273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A7D5B-B91B-48D9-9BBD-A861B53BECFD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6232B-CCFA-4887-B271-B9E43E273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61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42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078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503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35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8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1960" y="2959688"/>
            <a:ext cx="7417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애니메이션 </a:t>
            </a:r>
            <a:r>
              <a:rPr lang="ko-KR" altLang="en-US" sz="24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 </a:t>
            </a:r>
            <a:r>
              <a:rPr lang="en-US" altLang="ko-KR" sz="2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3</a:t>
            </a:r>
            <a:r>
              <a:rPr lang="ko-KR" altLang="en-US" sz="2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</a:t>
            </a:r>
            <a:endParaRPr lang="en-US" altLang="ko-KR" sz="2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31960" y="3421353"/>
            <a:ext cx="135806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발표자 </a:t>
            </a:r>
            <a:r>
              <a:rPr lang="en-US" altLang="ko-KR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김정환</a:t>
            </a:r>
          </a:p>
        </p:txBody>
      </p:sp>
    </p:spTree>
    <p:extLst>
      <p:ext uri="{BB962C8B-B14F-4D97-AF65-F5344CB8AC3E}">
        <p14:creationId xmlns:p14="http://schemas.microsoft.com/office/powerpoint/2010/main" val="345922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</a:t>
            </a: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로직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구현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문제점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49" y="2476900"/>
            <a:ext cx="5530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기존 방향의 문제점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만약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협업과정에서 임의로 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액터의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스케일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위치 등이 바뀐다면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오픈월드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같이 대규모 환경에서 장애물 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액터들이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배치된 상황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b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</a:b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수정이 필요하면 장애물 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액터들을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하나하나 수치를 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수정해야하나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6378455" y="4636123"/>
            <a:ext cx="53173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지형이 추가됨에 따라 고려사항이 늘어날 수 </a:t>
            </a:r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있음</a:t>
            </a:r>
            <a:endParaRPr lang="en-US" altLang="ko-KR" sz="14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이런 </a:t>
            </a:r>
            <a:r>
              <a:rPr lang="ko-KR" altLang="en-US" sz="1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것들을 하나하나 고려할 순 있으나 </a:t>
            </a:r>
            <a:r>
              <a:rPr lang="en-US" altLang="ko-KR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/>
            </a:r>
            <a:br>
              <a:rPr lang="en-US" altLang="ko-KR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</a:br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 측면에서 하드 코딩은 유지보수</a:t>
            </a:r>
            <a:r>
              <a:rPr lang="en-US" altLang="ko-KR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</a:t>
            </a:r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4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확장성</a:t>
            </a:r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측면에서 너무 불리함</a:t>
            </a:r>
            <a:endParaRPr lang="ko-KR" altLang="en-US" sz="1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47" y="4145966"/>
            <a:ext cx="4541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지형을 인식하며 동작을 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취해야할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때 </a:t>
            </a: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고려해야할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점들 나열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47" y="1680870"/>
            <a:ext cx="5211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기존 방향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 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액터에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태그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대응할 행동 유형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높이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깊이 등 정보를 집어넣어둔다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.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레이캐스트로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장애물을 탐지하고 이 정보를 사용해서 캐릭터의 행동을 제어한다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6476536" y="2239267"/>
            <a:ext cx="45411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환경 </a:t>
            </a:r>
            <a:r>
              <a:rPr lang="ko-KR" altLang="en-US" sz="14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액터에</a:t>
            </a:r>
            <a:r>
              <a:rPr lang="ko-KR" altLang="en-US" sz="1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대해 캐릭터 </a:t>
            </a:r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클래스 간 결합도가 높아짐</a:t>
            </a:r>
            <a:endParaRPr lang="en-US" altLang="ko-KR" sz="14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유지보수성이 떨어짐</a:t>
            </a:r>
            <a:endParaRPr lang="en-US" altLang="ko-KR" sz="14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확장하기도 쉽지 않음</a:t>
            </a:r>
            <a:endParaRPr lang="en-US" altLang="ko-KR" sz="14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46" y="3868967"/>
            <a:ext cx="5818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새로운 방식이 필요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0" name="오른쪽 대괄호 29"/>
          <p:cNvSpPr/>
          <p:nvPr/>
        </p:nvSpPr>
        <p:spPr>
          <a:xfrm>
            <a:off x="5752413" y="1760726"/>
            <a:ext cx="289249" cy="1547171"/>
          </a:xfrm>
          <a:prstGeom prst="righ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오른쪽 대괄호 30"/>
          <p:cNvSpPr/>
          <p:nvPr/>
        </p:nvSpPr>
        <p:spPr>
          <a:xfrm>
            <a:off x="5752412" y="4287377"/>
            <a:ext cx="289249" cy="1651600"/>
          </a:xfrm>
          <a:prstGeom prst="rightBracke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503943" y="4487724"/>
            <a:ext cx="45411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캐릭터의 현재 상태에 따라 취하는 액션이 </a:t>
            </a:r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달라져야함</a:t>
            </a:r>
            <a:endParaRPr lang="en-US" altLang="ko-KR" sz="1000" dirty="0" smtClean="0">
              <a:solidFill>
                <a:schemeClr val="tx1">
                  <a:lumMod val="50000"/>
                  <a:lumOff val="50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앞에 장애물이 있는지</a:t>
            </a:r>
            <a:endParaRPr lang="en-US" altLang="ko-KR" sz="1000" dirty="0" smtClean="0">
              <a:solidFill>
                <a:schemeClr val="tx1">
                  <a:lumMod val="50000"/>
                  <a:lumOff val="50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장애물이 있다면 뛰어 넘을 수 있는지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뛰어 올라서 </a:t>
            </a:r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넘어가야하는지</a:t>
            </a:r>
            <a:endParaRPr lang="en-US" altLang="ko-KR" sz="1000" dirty="0" smtClean="0">
              <a:solidFill>
                <a:schemeClr val="tx1">
                  <a:lumMod val="50000"/>
                  <a:lumOff val="50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매달려야 하는지</a:t>
            </a:r>
            <a:endParaRPr lang="en-US" altLang="ko-KR" sz="1000" dirty="0" smtClean="0">
              <a:solidFill>
                <a:schemeClr val="tx1">
                  <a:lumMod val="50000"/>
                  <a:lumOff val="50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바로 앞이 절벽인지</a:t>
            </a:r>
            <a:endParaRPr lang="en-US" altLang="ko-KR" sz="1000" dirty="0" smtClean="0">
              <a:solidFill>
                <a:schemeClr val="tx1">
                  <a:lumMod val="50000"/>
                  <a:lumOff val="50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캐릭터가 떨어지고 있는데 앞에 잡을 것이 있는지</a:t>
            </a:r>
            <a:endParaRPr lang="en-US" altLang="ko-KR" sz="1000" dirty="0" smtClean="0">
              <a:solidFill>
                <a:schemeClr val="tx1">
                  <a:lumMod val="50000"/>
                  <a:lumOff val="50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… </a:t>
            </a:r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그외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고려하지 못한 다양한 상황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3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926" y="1273183"/>
            <a:ext cx="7021158" cy="47197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</a:t>
            </a: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로직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구현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구조 아이디어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xmlns="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49" y="1619315"/>
            <a:ext cx="4541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고려사항들을 정리하는 과정에서 다음과 같은 모양으로 정리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49" y="2266656"/>
            <a:ext cx="43033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캐릭터의 현재 상태 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(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평지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공중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매달림 상태 등등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앞에 장애물이 있는지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장애물이 있다면 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뛰어 넘을 수 있는지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뛰어 올라서 넘어가야 하는지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매달려야 하는지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바로 앞이 절벽인가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캐릭터가 떨어지고 있는데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앞에 잡을 것이 있는지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… 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그외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고려하지 못한 다양한 상황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844164" y="4866305"/>
            <a:ext cx="3676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고려해야 할 지점들을 추가하고 확장하기 쉽게 </a:t>
            </a:r>
            <a:endParaRPr lang="en-US" altLang="ko-KR" sz="14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algn="r"/>
            <a:r>
              <a:rPr lang="ko-KR" altLang="en-US" sz="1400" b="1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조건을 트리 구조</a:t>
            </a:r>
            <a:r>
              <a:rPr lang="ko-KR" altLang="en-US" sz="1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로 구성</a:t>
            </a:r>
            <a:endParaRPr lang="en-US" altLang="ko-KR" sz="1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5298914" y="3818854"/>
            <a:ext cx="2221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…</a:t>
            </a:r>
          </a:p>
          <a:p>
            <a:pPr algn="ctr"/>
            <a:r>
              <a:rPr lang="ko-KR" altLang="en-US" sz="10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더 </a:t>
            </a:r>
            <a:r>
              <a:rPr lang="ko-KR" altLang="en-US" sz="10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고려해야하는</a:t>
            </a:r>
            <a:r>
              <a:rPr lang="ko-KR" altLang="en-US" sz="10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부분들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956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</a:t>
            </a: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로직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구현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실제 구현 및 적용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xmlns="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556779" y="1957869"/>
            <a:ext cx="2893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Vault(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뛰어 넘는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액션을 판단하는 과정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800101" y="1957869"/>
            <a:ext cx="4179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Mantle(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벽이나 꼭대기를 오르는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액션을 판단하는 과정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8329016" y="1957869"/>
            <a:ext cx="3546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Hanging(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벽에 매달리는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액션을 판단하는 과정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972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</a:t>
            </a:r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로직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구현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추후 작업 계획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xmlns="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601233"/>
            <a:ext cx="4303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지형별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처리 조건 추가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공중에 떠 있을 때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주변에 잡을 만한 것이 있는지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벽에서 떨어진 벽으로 이동하는 조건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,,,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노드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데이터화 및 재사용 가능하게 정리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964" y="1342316"/>
            <a:ext cx="9548850" cy="48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97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0F3801-1345-73B1-BC4D-455683B3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3A2C19-7BB6-4B8F-B088-53F2041DCA0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루트모션 보정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531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루트모션 사용 시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문제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xmlns="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6888783" y="5018112"/>
            <a:ext cx="34050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최악의 경우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0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넘어가야하는데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넘어가지 못하는 상황 발생 가능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54155" y="5018112"/>
            <a:ext cx="30662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모션에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맞는 적절한 위치가 아니면 </a:t>
            </a:r>
            <a:r>
              <a:rPr lang="ko-KR" altLang="en-US" sz="10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어색해보일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수 있음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6431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0F3801-1345-73B1-BC4D-455683B3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3A2C19-7BB6-4B8F-B088-53F2041DCA0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루트모션 보정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해결 방안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xmlns="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302449" y="1614205"/>
            <a:ext cx="39336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목표한 모션이 실행되기 전까지 캐릭터의 위치를 적절한 곳으로 맞추기</a:t>
            </a:r>
            <a:endParaRPr lang="en-US" altLang="ko-KR" sz="10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모션의 특정 구간이 재생되는 동안 기능을 수행</a:t>
            </a:r>
            <a:endParaRPr lang="en-US" altLang="ko-KR" sz="10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그를 위한 </a:t>
            </a:r>
            <a:r>
              <a:rPr lang="en-US" altLang="ko-KR" sz="10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Notify, Notify State </a:t>
            </a:r>
            <a:r>
              <a:rPr lang="ko-KR" altLang="en-US" sz="10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</a:t>
            </a:r>
            <a:endParaRPr lang="en-US" altLang="ko-KR" sz="10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591" y="1557124"/>
            <a:ext cx="4324689" cy="150644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02449" y="3135398"/>
            <a:ext cx="41109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과정에서 얻은 장애물의 위치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0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레이캐스트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접촉 좌표 기반 활용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모션에 미리 설정한 적정 위치 계산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49" y="2858399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649" y="3335453"/>
            <a:ext cx="7312025" cy="345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00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0F3801-1345-73B1-BC4D-455683B3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3A2C19-7BB6-4B8F-B088-53F2041DCA0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루트모션 보정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적용 현황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xmlns="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5464999" y="1619315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벽에 매달리기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619315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 뛰어넘기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3371141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작업 예정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3648140"/>
            <a:ext cx="2694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꼭대기 오르기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단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정확한 모서리 지점 파악 필요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7473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0F3801-1345-73B1-BC4D-455683B3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3A2C19-7BB6-4B8F-B088-53F2041DCA0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피드백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블렌드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스페이스 보완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2694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이전 방식 문제점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xmlns="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49" y="1619315"/>
            <a:ext cx="5079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거리 기반 가중치 계산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거리가 먼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관계가 없어야 하는 모션에 대해서도 소량이나마 가중치가 반영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11" y="2553845"/>
            <a:ext cx="5163911" cy="31432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8A97F9AB-B5C2-B00D-CCA1-AF75CBE72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089" y="2613930"/>
            <a:ext cx="3752788" cy="302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70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0F3801-1345-73B1-BC4D-455683B3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3A2C19-7BB6-4B8F-B088-53F2041DCA0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피드백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블렌드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6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스페이스 보완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4488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삼각화 알고리즘 탐색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좌표에 배치된 좌표들로 삼각형을 구성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현재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좌표를 포함하는 최적의 삼각형 구하기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xmlns="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D538815-CBEF-E37B-5659-B5091F86B485}"/>
              </a:ext>
            </a:extLst>
          </p:cNvPr>
          <p:cNvSpPr txBox="1"/>
          <p:nvPr/>
        </p:nvSpPr>
        <p:spPr>
          <a:xfrm>
            <a:off x="302449" y="2198197"/>
            <a:ext cx="83081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방식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들로네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삼각화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언리얼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엔진의 경우 공식적으로 사용한다고 언급하진 않았지만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깃허브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소스코드를 보니 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들로네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삼각화를 이용한 것을 확인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보이어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</a:t>
            </a:r>
            <a:r>
              <a:rPr lang="ko-KR" altLang="en-US" sz="1200" dirty="0" err="1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왓슨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알고리즘 활용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삼각형의 내각의 크기가 최솟값이 최대가 되도록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즉</a:t>
            </a:r>
            <a:r>
              <a:rPr lang="en-US" altLang="ko-KR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최대한 정삼각형에 가까운 삼각형 만들기</a:t>
            </a:r>
            <a:endParaRPr lang="en-US" altLang="ko-KR" sz="1200" dirty="0" smtClean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4394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715F932-2F2C-4A3F-7F16-1B13D352985A}"/>
              </a:ext>
            </a:extLst>
          </p:cNvPr>
          <p:cNvSpPr txBox="1"/>
          <p:nvPr/>
        </p:nvSpPr>
        <p:spPr>
          <a:xfrm>
            <a:off x="354702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진행 계획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(</a:t>
            </a: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주차별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목표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994991"/>
              </p:ext>
            </p:extLst>
          </p:nvPr>
        </p:nvGraphicFramePr>
        <p:xfrm>
          <a:off x="420856" y="870858"/>
          <a:ext cx="11318860" cy="553810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14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072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201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구조 파악 및 기반 클래스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구성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파악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게임 기반 클래스 작성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fbx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파일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파싱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렌더링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재생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시스템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 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입력 바인딩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블렌드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상태머신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(PhysX)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입력 바인딩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로코모션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루트 모션 적용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3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높이 인식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인식한 장애물에 대한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선택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및 출력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위치에 따른 보정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4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프로토타입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높이에 따른 장애물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처리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평지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-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간 애니메이션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상태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전환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(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벽면을 올라 평지에 도달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벽면에서 내려와 평지에 도달 등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5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손 위치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를 통해 보정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6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중간에 지붕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경사로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철봉 나열된 환경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/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7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직각으로 만나는 벽면 간 이동 처리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 뻗어 나온 줄 또는 기둥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환경 </a:t>
                      </a: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8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마무리 및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미흡사항 보완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80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707</Words>
  <Application>Microsoft Office PowerPoint</Application>
  <PresentationFormat>와이드스크린</PresentationFormat>
  <Paragraphs>148</Paragraphs>
  <Slides>11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나눔바른고딕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USER</cp:lastModifiedBy>
  <cp:revision>459</cp:revision>
  <dcterms:created xsi:type="dcterms:W3CDTF">2026-07-02T09:06:49Z</dcterms:created>
  <dcterms:modified xsi:type="dcterms:W3CDTF">2026-07-15T16:37:04Z</dcterms:modified>
</cp:coreProperties>
</file>