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62" r:id="rId2"/>
    <p:sldId id="278" r:id="rId3"/>
    <p:sldId id="293" r:id="rId4"/>
    <p:sldId id="298" r:id="rId5"/>
    <p:sldId id="294" r:id="rId6"/>
    <p:sldId id="297" r:id="rId7"/>
    <p:sldId id="286" r:id="rId8"/>
    <p:sldId id="296" r:id="rId9"/>
    <p:sldId id="292" r:id="rId10"/>
    <p:sldId id="299" r:id="rId11"/>
    <p:sldId id="295" r:id="rId12"/>
    <p:sldId id="265" r:id="rId13"/>
  </p:sldIdLst>
  <p:sldSz cx="12192000" cy="6858000"/>
  <p:notesSz cx="6858000" cy="9144000"/>
  <p:embeddedFontLst>
    <p:embeddedFont>
      <p:font typeface="나눔바른고딕" panose="020B0603020101020101" pitchFamily="50" charset="-127"/>
      <p:regular r:id="rId15"/>
      <p:bold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312" autoAdjust="0"/>
  </p:normalViewPr>
  <p:slideViewPr>
    <p:cSldViewPr snapToGrid="0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9694D-56D9-4D46-E821-926889676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39BF0D-FACC-188E-EFD5-37D21EBF2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F1FF7C-43C7-4B62-5243-53BAD09DC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63F297-C5EE-84C3-31F6-05FB5C2119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727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D76CF-357D-8735-190D-586C8BD37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8FAFA9-1577-6BCC-83EF-B21017C02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ED2ACF-4C81-5319-454C-AF9380AA8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B0939F-DBD3-C53C-A2D2-43D480D25F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4165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486E-0182-5E62-9643-32E23DB2C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FF585-9B0B-226C-C66B-7E08B615A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3F68D1-6F9F-5212-BFA7-EA4B7F59A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C512F-F6E8-44A5-41E5-ABEF9D0CF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876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B11E3-2CFD-01B9-A55F-27930BF20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A2A79-D84F-0CF0-32CE-9499160FF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32C1CE-6ABC-AF75-6BCB-104F47A66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B6ACB9-6AB9-C595-F2B0-890D258A0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7025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00346-FB5E-4B62-1389-C48A1339E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4DF4E5-CB0F-AD90-5A3D-558E0C379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77616-AA9E-23DC-9D40-1B16279FF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4289CA-40B3-1D46-528B-C2A5F7BE26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407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6B56-092F-3122-7B6B-1410846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40AD7C-912E-B65D-2B0C-1EEB22CDD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EC3B28-66F4-01B8-9263-57F8A0CC6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583D3F-0758-C381-71A8-B75E34F319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106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EEEBF-9705-D4E8-76A0-B333C0B42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3BB676-560B-88F1-1204-9302E122D3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A4D885-8F2D-085A-D038-280A902E9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2212D1-97CA-149A-D9C0-52FE7A3073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8768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DA0FD-4C97-997E-D1EB-F0016AD00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D9020E-AD65-3C9F-CD00-EE3C7E71B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B78DA4-E491-0599-31B0-73940C5C6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2F7999-AB73-CE58-0678-D32F44A2A4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907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7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정리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데코레이터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추가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범용화 작업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유형 추가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Pole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타입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추가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: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바로 절벽 부분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특수 장애물 착지 시 전환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A32DEB-CBC2-8FE3-95D6-458D3D7B4658}"/>
              </a:ext>
            </a:extLst>
          </p:cNvPr>
          <p:cNvSpPr/>
          <p:nvPr/>
        </p:nvSpPr>
        <p:spPr>
          <a:xfrm>
            <a:off x="1132428" y="2554750"/>
            <a:ext cx="9772638" cy="39877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영상 추가</a:t>
            </a: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35819-D7B3-CF39-35EB-069EA87D2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893A0CE-E840-1641-1DFF-77DE70CE1BD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FC52FE-14B5-B053-4E1A-AC5E5AA398AC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정리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8A2120E-10EF-9566-14D3-0DC3EA84A74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377C070-DD2B-5A29-0FD1-4CF5EC95B5E1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CE87BC-1010-EA34-C28A-01DE8F409152}"/>
              </a:ext>
            </a:extLst>
          </p:cNvPr>
          <p:cNvSpPr txBox="1"/>
          <p:nvPr/>
        </p:nvSpPr>
        <p:spPr>
          <a:xfrm>
            <a:off x="302449" y="1727036"/>
            <a:ext cx="6520758" cy="145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Selector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역할의 의미가 모호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Sequence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노드는 자식들을 순차적으로 실행하는 역할을 수행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단순히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switch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역할을 하는 노드이며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조건도 필요할 때마다 상속하여 새로 만들어야 함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Selector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노드의 수정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조건을 객체화 시키고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각 노드에 조건을 달 수 있도록 구조 변경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Selector, Sequence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자식 노드들에 달린 조건을 평가하고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실행 여부를 결정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653B1-0EA2-50B6-A438-6B017EBEA53C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데코레이터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7A23F-B579-CF9E-9D87-CCD317A4363D}"/>
              </a:ext>
            </a:extLst>
          </p:cNvPr>
          <p:cNvSpPr txBox="1"/>
          <p:nvPr/>
        </p:nvSpPr>
        <p:spPr>
          <a:xfrm>
            <a:off x="8603554" y="1363475"/>
            <a:ext cx="183961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변경 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933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1968-98F9-F74F-E674-D2672A4F0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266D14-86DD-67FE-E5C1-90FEE20EF69C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01DB53-0E97-756B-4302-A86518A3DD4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정리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B35EA1E-2287-A500-2A0F-E4ACE5F442E7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9CC03B5-469E-1E78-989D-E2039C735094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AFC3A-2828-798A-3D1E-7FA72C1E0BAE}"/>
              </a:ext>
            </a:extLst>
          </p:cNvPr>
          <p:cNvSpPr txBox="1"/>
          <p:nvPr/>
        </p:nvSpPr>
        <p:spPr>
          <a:xfrm>
            <a:off x="302449" y="1727036"/>
            <a:ext cx="6520758" cy="145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Selector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역할의 의미가 모호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Sequence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노드는 자식들을 순차적으로 실행하는 역할을 수행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단순히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switch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역할을 하는 노드이며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조건도 필요할 때마다 상속하여 새로 만들어야 함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Selector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노드의 수정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조건을 객체화 시키고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각 노드에 조건을 달 수 있도록 구조 변경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Selector, Sequence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자식 노드들에 달린 조건을 평가하고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실행 여부를 결정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9419BD-F07F-FB8C-F698-CA32348DE7AB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데코레이터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444BEE-E26B-1DC8-EF27-5281D112074B}"/>
              </a:ext>
            </a:extLst>
          </p:cNvPr>
          <p:cNvSpPr txBox="1"/>
          <p:nvPr/>
        </p:nvSpPr>
        <p:spPr>
          <a:xfrm>
            <a:off x="8603554" y="1363475"/>
            <a:ext cx="183961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변경 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16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1844-18B0-18CE-83F4-0E3CE77A4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CA14A0A-F134-4C71-53B8-E1E0121EE47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B35A1-8B88-D301-3B0A-D9B11BFBFAE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정리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58A3733-2AD1-4D1A-3DFF-F198994532A5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64FFFBB-7E15-8E7F-C4CC-6F417C532AD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B8DD7-E244-D0A1-3A27-D1D65BBD9152}"/>
              </a:ext>
            </a:extLst>
          </p:cNvPr>
          <p:cNvSpPr txBox="1"/>
          <p:nvPr/>
        </p:nvSpPr>
        <p:spPr>
          <a:xfrm>
            <a:off x="302449" y="1727036"/>
            <a:ext cx="6520758" cy="145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기존엔 당장에 필요한 노드들을 구현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추상화되지 않고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정리되지 않은 노드들이 중구난방으로 콘텐츠 코드에 작성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노드들의 공통 사항을 찾고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보다 여러 상황에서 다양하게 사용할 수 있도록 정리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데코레이터를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추가하며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Task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노드와 조건 판단 부분을 분리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Task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레이캐스트를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통해 지형 인식 전담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데코레이터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변화 없이 현재 상태에서 판단만 진행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6192B3-4C1A-B0C6-D680-9E062F4AB3D0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범용화 작업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9343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868A6-1828-2E86-12D0-3402BF3F2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E83E23D-5BEC-677E-07A7-E2BB773B5B14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47656-BFCA-B2B8-E5A5-C9691924182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 정리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8D14E91-40FC-81FC-AF1F-A00431D16D2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E1D474A-AAC3-7283-1333-29BE0B25893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5D51E4-47C9-D40F-2269-2852C530E92D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과정에서 시스템을 이루는 요소들의 정립도 같이 이루어짐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초기엔 모호했던 요소들을 좀 더 명확하게 구분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57B59-774B-8E51-6C9F-63AC994527F3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범용화 작업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1F21607-9037-8A6A-C993-8FC574C518F7}"/>
              </a:ext>
            </a:extLst>
          </p:cNvPr>
          <p:cNvSpPr/>
          <p:nvPr/>
        </p:nvSpPr>
        <p:spPr>
          <a:xfrm>
            <a:off x="3401053" y="2810821"/>
            <a:ext cx="4792133" cy="3068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간이 요약도</a:t>
            </a:r>
          </a:p>
        </p:txBody>
      </p:sp>
    </p:spTree>
    <p:extLst>
      <p:ext uri="{BB962C8B-B14F-4D97-AF65-F5344CB8AC3E}">
        <p14:creationId xmlns:p14="http://schemas.microsoft.com/office/powerpoint/2010/main" val="2504489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FA5D7-1740-0566-E198-3D6707C83E07}"/>
              </a:ext>
            </a:extLst>
          </p:cNvPr>
          <p:cNvSpPr txBox="1"/>
          <p:nvPr/>
        </p:nvSpPr>
        <p:spPr>
          <a:xfrm>
            <a:off x="302449" y="1727036"/>
            <a:ext cx="6520758" cy="145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숲과 같은 자연 상태에서 지형지물을 살피며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새로운 유형을 찾아보려 함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 시점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큰 덩어리 진 장애물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상 돌출부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수평 방향의 기다란 지형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(Beam)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숲 지형에 자주 볼 수 있는 요소를 파악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나무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줄기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덩굴 등등 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수직으로 향하는 요소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절벽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돌출부와 차이점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좁고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길게 수직 방향으로 이동 가능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CCD4C-6EF5-FEFC-3F13-E33D025FD49B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Pole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9F25EA4-1E4F-CCE0-D4B6-75506FEA1D05}"/>
              </a:ext>
            </a:extLst>
          </p:cNvPr>
          <p:cNvSpPr/>
          <p:nvPr/>
        </p:nvSpPr>
        <p:spPr>
          <a:xfrm>
            <a:off x="7017940" y="3429000"/>
            <a:ext cx="3920066" cy="3037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숲 이미지</a:t>
            </a:r>
            <a:endParaRPr lang="en-US" altLang="ko-KR" dirty="0"/>
          </a:p>
          <a:p>
            <a:pPr algn="ctr"/>
            <a:r>
              <a:rPr lang="ko-KR" altLang="en-US" dirty="0"/>
              <a:t>숲 </a:t>
            </a:r>
            <a:r>
              <a:rPr lang="ko-KR" altLang="en-US" dirty="0" err="1"/>
              <a:t>파쿠르</a:t>
            </a:r>
            <a:r>
              <a:rPr lang="ko-KR" altLang="en-US" dirty="0"/>
              <a:t> 이미지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1F065AF-E8C9-24AF-D181-09F26DD6586D}"/>
              </a:ext>
            </a:extLst>
          </p:cNvPr>
          <p:cNvSpPr/>
          <p:nvPr/>
        </p:nvSpPr>
        <p:spPr>
          <a:xfrm>
            <a:off x="2074822" y="3429000"/>
            <a:ext cx="3920066" cy="3037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도시</a:t>
            </a:r>
            <a:r>
              <a:rPr lang="en-US" altLang="ko-KR" dirty="0"/>
              <a:t>, </a:t>
            </a:r>
            <a:r>
              <a:rPr lang="ko-KR" altLang="en-US" dirty="0"/>
              <a:t>도심 형태</a:t>
            </a:r>
          </a:p>
        </p:txBody>
      </p:sp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0E4D2-0D9D-1530-C6E7-109A6318A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A27C4FC-E985-014A-7851-B27ED972F5A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65441-F46E-173E-BDE8-2F1CC95C2DF2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C6052E7-E3BB-3579-830F-3D1DD213263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38B7027-4AED-BE7B-D0CB-7EE70785924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9F1A-E306-DB23-C693-A58616EDAC53}"/>
              </a:ext>
            </a:extLst>
          </p:cNvPr>
          <p:cNvSpPr txBox="1"/>
          <p:nvPr/>
        </p:nvSpPr>
        <p:spPr>
          <a:xfrm>
            <a:off x="302449" y="1727036"/>
            <a:ext cx="652075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Pole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장애물 극복 예시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133668-B92D-723D-46BB-FC24D8605318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Pole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332B517-EFE1-8A2A-DF20-D03555AA6D0D}"/>
              </a:ext>
            </a:extLst>
          </p:cNvPr>
          <p:cNvSpPr/>
          <p:nvPr/>
        </p:nvSpPr>
        <p:spPr>
          <a:xfrm>
            <a:off x="387511" y="2362200"/>
            <a:ext cx="3575373" cy="414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오르기</a:t>
            </a:r>
            <a:endParaRPr lang="en-US" altLang="ko-KR" dirty="0"/>
          </a:p>
          <a:p>
            <a:pPr algn="ctr"/>
            <a:r>
              <a:rPr lang="en-US" altLang="ko-KR" dirty="0"/>
              <a:t>Pole To Pole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8507DAD-BD45-83A6-BAA1-9763F95D44BE}"/>
              </a:ext>
            </a:extLst>
          </p:cNvPr>
          <p:cNvSpPr/>
          <p:nvPr/>
        </p:nvSpPr>
        <p:spPr>
          <a:xfrm>
            <a:off x="4191889" y="2362200"/>
            <a:ext cx="3575373" cy="414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Pole To Mantle </a:t>
            </a:r>
            <a:r>
              <a:rPr lang="ko-KR" altLang="en-US" dirty="0"/>
              <a:t>등등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1A46C89-4205-C315-B84D-4C2606F679C2}"/>
              </a:ext>
            </a:extLst>
          </p:cNvPr>
          <p:cNvSpPr/>
          <p:nvPr/>
        </p:nvSpPr>
        <p:spPr>
          <a:xfrm>
            <a:off x="7996267" y="2362200"/>
            <a:ext cx="3575373" cy="414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Pole To Side Hang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040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F37-FB5D-DF82-F33A-226730A4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D2DB2B5-2DA4-8BF5-1583-88CF4FE2EBBC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E349F-8415-B927-40A1-901B20F488C1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0FA9F0-DF07-F50F-F151-D56869541E7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8643B37-E2CF-8479-AC63-E0B22268153D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0DFCF6-42F3-B529-987B-1A766B47C813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절벽 인식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D8541B-F2D5-87DA-95C8-4DE0594F70D9}"/>
              </a:ext>
            </a:extLst>
          </p:cNvPr>
          <p:cNvSpPr txBox="1"/>
          <p:nvPr/>
        </p:nvSpPr>
        <p:spPr>
          <a:xfrm>
            <a:off x="302449" y="1727036"/>
            <a:ext cx="6520758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상태에서 계속 위쪽만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신경쓰고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아래가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비어있을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때를 상정하지 않음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아래가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비어있으면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자연히 떨어지면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되겠지라고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생각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아래로 매달리고 싶을 수도 있겠다는 것을 지난 주 질의 과정에서 인식하고 반영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76FF7E3-B511-0618-BD1F-E2E735456EB7}"/>
              </a:ext>
            </a:extLst>
          </p:cNvPr>
          <p:cNvSpPr/>
          <p:nvPr/>
        </p:nvSpPr>
        <p:spPr>
          <a:xfrm>
            <a:off x="4231001" y="3036862"/>
            <a:ext cx="3575373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기존 </a:t>
            </a:r>
            <a:r>
              <a:rPr lang="ko-KR" altLang="en-US" dirty="0" err="1"/>
              <a:t>낭떨어지</a:t>
            </a:r>
            <a:r>
              <a:rPr lang="ko-KR" altLang="en-US" dirty="0"/>
              <a:t> 대체</a:t>
            </a:r>
            <a:endParaRPr lang="en-US" altLang="ko-KR" dirty="0"/>
          </a:p>
          <a:p>
            <a:pPr algn="ctr"/>
            <a:r>
              <a:rPr lang="ko-KR" altLang="en-US" dirty="0"/>
              <a:t>그냥 떨어지기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276EC2-62DB-1F20-0D42-E09ADF32ED93}"/>
              </a:ext>
            </a:extLst>
          </p:cNvPr>
          <p:cNvSpPr/>
          <p:nvPr/>
        </p:nvSpPr>
        <p:spPr>
          <a:xfrm>
            <a:off x="8120441" y="3036862"/>
            <a:ext cx="3575373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달려 나가기 등등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FDD87B3-4B30-311F-BB27-32FA109909DE}"/>
              </a:ext>
            </a:extLst>
          </p:cNvPr>
          <p:cNvSpPr/>
          <p:nvPr/>
        </p:nvSpPr>
        <p:spPr>
          <a:xfrm>
            <a:off x="387511" y="3036862"/>
            <a:ext cx="3575373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기존 인식 도식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48324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E24BB-5D7A-8F3B-8F24-34D69B924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2B98D5-580E-A807-457F-85807CB21C44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625EA4-F929-FF89-7E90-15376D4D9E14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17DCD18-A0E2-8C22-8875-FE255B6AC1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24D731-A04E-4B6C-65D9-AEF2860BC4E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597F4-2556-C24C-8360-597B3378317F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절벽 인식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8846E5-C3BB-4F4D-2FF6-A8CA4602CF3B}"/>
              </a:ext>
            </a:extLst>
          </p:cNvPr>
          <p:cNvSpPr txBox="1"/>
          <p:nvPr/>
        </p:nvSpPr>
        <p:spPr>
          <a:xfrm>
            <a:off x="302449" y="1727036"/>
            <a:ext cx="6520758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과정에서 분기를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정면에 장애물이 없으면 그대로 종료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신규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정면에 장애물이 없으면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한번 바로 앞이 절벽인지 확인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1081CC-EE78-7AF2-8880-C7059B060CA8}"/>
              </a:ext>
            </a:extLst>
          </p:cNvPr>
          <p:cNvSpPr/>
          <p:nvPr/>
        </p:nvSpPr>
        <p:spPr>
          <a:xfrm>
            <a:off x="6041662" y="2841931"/>
            <a:ext cx="3575373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낭떨어지</a:t>
            </a:r>
            <a:r>
              <a:rPr lang="ko-KR" altLang="en-US" dirty="0"/>
              <a:t> 인식 후 매달리기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CD54-3F66-9A2C-089B-71F6EB9F4B43}"/>
              </a:ext>
            </a:extLst>
          </p:cNvPr>
          <p:cNvSpPr/>
          <p:nvPr/>
        </p:nvSpPr>
        <p:spPr>
          <a:xfrm>
            <a:off x="2120860" y="2841932"/>
            <a:ext cx="3575373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추가된 분기 도식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29022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56238-76E4-9E50-A07C-ABC6D13D8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0CE039-5A9C-762D-4656-54FB6FF9E20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F31773-1F53-E68D-41C3-51D0BCE85CED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D65B191-ED48-C2B1-3CFE-AEFDD16CBEE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CBE560F-B335-2164-8D29-14394C03809D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A39A3-5B85-061F-D2FA-FA5D5CE3074C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누락 상황 처리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03351-24D6-6754-2E4E-639ADC05AB1C}"/>
              </a:ext>
            </a:extLst>
          </p:cNvPr>
          <p:cNvSpPr txBox="1"/>
          <p:nvPr/>
        </p:nvSpPr>
        <p:spPr>
          <a:xfrm>
            <a:off x="302449" y="1727036"/>
            <a:ext cx="6520758" cy="996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절벽 인식을 처리하면서 또 누락하거나 상정하지 않은 상황은 없는지 점검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그 과정에서 특수 장애물 위에 착지 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자동 전환이 필요함을 확인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장애물의 경우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촘촘하게 배치한 상황에서 떨어지면 가만히 서있음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떨어지는 과정에서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위에 안착하는 경우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해당 장애물 위로 착지하며 상태 전환하도록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464190-1D80-7343-9AB2-0252CF69404C}"/>
              </a:ext>
            </a:extLst>
          </p:cNvPr>
          <p:cNvSpPr/>
          <p:nvPr/>
        </p:nvSpPr>
        <p:spPr>
          <a:xfrm>
            <a:off x="6041662" y="2968931"/>
            <a:ext cx="3937000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Beam</a:t>
            </a:r>
            <a:r>
              <a:rPr lang="ko-KR" altLang="en-US" dirty="0"/>
              <a:t> 안착 시도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9DFF31-75B8-D760-3A83-4B310436D1FF}"/>
              </a:ext>
            </a:extLst>
          </p:cNvPr>
          <p:cNvSpPr/>
          <p:nvPr/>
        </p:nvSpPr>
        <p:spPr>
          <a:xfrm>
            <a:off x="1863850" y="2968931"/>
            <a:ext cx="3937000" cy="31973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Beam</a:t>
            </a:r>
            <a:r>
              <a:rPr lang="ko-KR" altLang="en-US" dirty="0"/>
              <a:t> 안착 시도</a:t>
            </a:r>
          </a:p>
        </p:txBody>
      </p:sp>
    </p:spTree>
    <p:extLst>
      <p:ext uri="{BB962C8B-B14F-4D97-AF65-F5344CB8AC3E}">
        <p14:creationId xmlns:p14="http://schemas.microsoft.com/office/powerpoint/2010/main" val="3454325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399507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 결과 조건 처리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및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범용 노드 정리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노드 조건 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데코레이터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추가</a:t>
                      </a:r>
                      <a:endParaRPr lang="en-US" altLang="ko-KR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1508</TotalTime>
  <Words>873</Words>
  <Application>Microsoft Office PowerPoint</Application>
  <PresentationFormat>와이드스크린</PresentationFormat>
  <Paragraphs>153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나눔바른고딕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1862</cp:revision>
  <dcterms:created xsi:type="dcterms:W3CDTF">2026-07-02T09:06:49Z</dcterms:created>
  <dcterms:modified xsi:type="dcterms:W3CDTF">2026-08-14T02:50:29Z</dcterms:modified>
</cp:coreProperties>
</file>