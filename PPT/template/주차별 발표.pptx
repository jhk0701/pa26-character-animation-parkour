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102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0F6F63-7345-452E-A3AE-DB0EC2E8B20E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BA7081-BBC1-4593-971E-3964C5C5F8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95551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목표 영상 </a:t>
            </a:r>
            <a:r>
              <a:rPr lang="en-US" altLang="ko-KR" dirty="0"/>
              <a:t>: </a:t>
            </a:r>
          </a:p>
          <a:p>
            <a:pPr marL="228600" indent="-228600">
              <a:buAutoNum type="arabicPeriod"/>
            </a:pPr>
            <a:r>
              <a:rPr lang="ko-KR" altLang="en-US" dirty="0" err="1"/>
              <a:t>어쌔신크리드</a:t>
            </a:r>
            <a:r>
              <a:rPr lang="ko-KR" altLang="en-US" dirty="0"/>
              <a:t> </a:t>
            </a:r>
            <a:r>
              <a:rPr lang="ko-KR" altLang="en-US" dirty="0" err="1"/>
              <a:t>파쿠르</a:t>
            </a:r>
            <a:r>
              <a:rPr lang="ko-KR" altLang="en-US" dirty="0"/>
              <a:t> 액션 </a:t>
            </a:r>
            <a:endParaRPr lang="en-US" altLang="ko-KR" dirty="0"/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https://www.youtube.com/shorts/DgF8jxONRSM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https://www.youtube.com/shorts/bMgaW5dvLzk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https://www.youtube.com/watch?v=1vhC870Phb0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https://www.youtube.com/shorts/AZEMIHgBK1E</a:t>
            </a:r>
          </a:p>
          <a:p>
            <a:pPr marL="228600" lvl="0" indent="-228600">
              <a:buAutoNum type="arabicPeriod"/>
            </a:pPr>
            <a:r>
              <a:rPr lang="ko-KR" altLang="en-US" dirty="0" err="1"/>
              <a:t>툼레이더</a:t>
            </a:r>
            <a:endParaRPr lang="en-US" altLang="ko-KR" dirty="0"/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https://www.youtube.com/watch?v=reqY7n8hdSg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https://www.youtube.com/shorts/PLTIvSb6AxM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03AB99-662C-46EC-B86C-F2E227D3EFAD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45787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C6A88D-EDAF-CEC2-712F-FA6A7E4FF5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F7A10E8-4E5D-A611-E577-EBA5676A50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4EF1CD-FA03-944B-0EC0-2AABE3B0C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7E1904F-F41F-7809-481D-7E79FCD21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6C721DE-9DEE-BACB-B354-8E260F432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6264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F5793F-94FE-56B0-E0CB-A317DA7FB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AF79B8-2AD1-69C6-D4D5-21827C6802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718AF63-4F49-82B6-24FC-BB457FC96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A45FF19-25D7-1FF3-E311-2C2E07B26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43D8BF-52A4-97EB-612B-F9899664E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958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B95909-78E9-5BAC-68EA-7DCA2A127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6B98DAF-2A47-3ECD-807C-96FB70CF98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3AD9670-C268-56FC-281A-FE1F59541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946F37-FE38-E38E-7339-DC6E4EFA5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C17C39B-6348-28CC-59AF-B1A65BE2F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5825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0EFA0F-10D7-865F-1370-4EA34C786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98CDB5-9D2B-5F68-9DD8-ED20454B10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70EB1B7-8EDE-2794-EA53-E0C1972FAF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1FBCFA4-CF51-706E-F9F0-8B66CA1A0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D56636A-469F-7FE9-480E-955BCC0E6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971D272-167D-EE36-E685-CD8BFE8CC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5437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C7230E-A2F3-4027-B6F6-9C5C289B1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C685356-7419-AD93-377A-8D9A029342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C36E6CA-94A6-3223-C91A-F6E9648C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4DFD790-787A-88A3-300F-C173DAD2E1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12AE83D-2990-A6E4-CC9C-06D342A67C0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C11F8C3-5AD3-730B-8ADB-304185DAA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F36ABA7-53C4-C11E-CC9D-F5E59BDBB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29E145-D4AE-F9FB-A218-47B323C43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414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D855E6-5AD7-B657-346A-38D87715A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3052B06-09E1-1CD0-A032-AEB30F69A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E18691A-8582-987D-DF06-E6D8B618E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F997ACE-7D00-7B35-1F16-F56C5450E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1708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703D88F-9D50-1761-731E-68DD1FC6B7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0793086-842E-7906-6019-4284A9E46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4FE3DE-7F26-4352-74EE-A720C7AF5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62296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B6F63-D5C7-EB4A-A651-8DA5561AD0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000FB2D-0CF3-1A3C-E704-F8CA96C2D5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8C3C47D-E633-BB5D-0FA3-41A5E3C28A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03DA118-0D2F-73A1-6311-85E95462C5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E46749A-348F-886F-32BD-A562F1A2A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BF22D09-FBE9-294C-014E-9A808723A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0401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50C132-3A30-7E9C-0BBB-1CD1A789C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F31776A-D32D-34F5-8A99-A26F4F6535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E500BF3-C366-20F6-6257-8233A07945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B1C119C-B590-D055-6B10-AAE861F0D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0064F92-4550-973E-464E-89CA3E7EE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08384D1-792D-8EA8-718E-F756CEE62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54759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C6E50E-2954-B290-1563-C4936B9E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B6A99E4-1414-E268-7B72-A4C896708A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9BB3C2-1FA4-4151-9ADB-996284F1BD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A27C81A-BE4E-27CE-6CE4-0AE5876D47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4E3C814-C417-2E3F-F02B-1B9ED6941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5657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C1D687F-54E9-57A3-FDA2-5A8060E79A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C846A14-940B-8FE8-A769-3DABAE11AD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3732A3-4427-5A76-3A9C-DBE87A436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6A5B672-F383-0FF5-2D72-72E1E7F0F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28928A-9906-D889-A8B7-B97D729CD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291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0AC0570-6E75-D8C0-582D-3A448969CF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ADFDDF-DF3C-19FA-0ED8-5D640C08DB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9AC677-7913-29B2-30F7-969771FA5D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50A429-5607-4C3C-9BC0-4142A9E07459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A6836E4-21B2-245A-8933-7F64F64AC3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2D0B4E-8F0D-F1B8-2A71-9862FC9749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57761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40190" y="2698430"/>
            <a:ext cx="7417806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400" dirty="0"/>
              <a:t>주제 </a:t>
            </a:r>
            <a:r>
              <a:rPr lang="en-US" altLang="ko-KR" sz="2400" dirty="0"/>
              <a:t>: </a:t>
            </a:r>
            <a:r>
              <a:rPr lang="ko-KR" altLang="en-US" sz="2400" dirty="0"/>
              <a:t>캐릭터 애니메이션 </a:t>
            </a:r>
            <a:r>
              <a:rPr lang="ko-KR" altLang="en-US" sz="2400" dirty="0" err="1"/>
              <a:t>파쿠르</a:t>
            </a:r>
            <a:r>
              <a:rPr lang="ko-KR" altLang="en-US" sz="2400" dirty="0"/>
              <a:t> 시스템 </a:t>
            </a:r>
            <a:r>
              <a:rPr lang="en-US" altLang="ko-KR" sz="2400" dirty="0"/>
              <a:t>1</a:t>
            </a:r>
            <a:r>
              <a:rPr lang="ko-KR" altLang="en-US" sz="2400" dirty="0"/>
              <a:t>주차</a:t>
            </a:r>
            <a:endParaRPr lang="en-US" altLang="ko-KR" sz="2400" dirty="0"/>
          </a:p>
          <a:p>
            <a:r>
              <a:rPr lang="ko-KR" altLang="en-US" dirty="0"/>
              <a:t>발표자 </a:t>
            </a:r>
            <a:r>
              <a:rPr lang="en-US" altLang="ko-KR" dirty="0"/>
              <a:t>: </a:t>
            </a:r>
            <a:r>
              <a:rPr lang="ko-KR" altLang="en-US" dirty="0"/>
              <a:t>김정환</a:t>
            </a:r>
          </a:p>
        </p:txBody>
      </p:sp>
    </p:spTree>
    <p:extLst>
      <p:ext uri="{BB962C8B-B14F-4D97-AF65-F5344CB8AC3E}">
        <p14:creationId xmlns:p14="http://schemas.microsoft.com/office/powerpoint/2010/main" val="27637678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D991C93-DF9D-3E4E-5C97-ABAB7565CD54}"/>
              </a:ext>
            </a:extLst>
          </p:cNvPr>
          <p:cNvSpPr txBox="1"/>
          <p:nvPr/>
        </p:nvSpPr>
        <p:spPr>
          <a:xfrm>
            <a:off x="340241" y="362359"/>
            <a:ext cx="922906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목표 </a:t>
            </a:r>
            <a:r>
              <a:rPr lang="en-US" altLang="ko-KR" dirty="0"/>
              <a:t>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진행 계획</a:t>
            </a:r>
            <a:r>
              <a:rPr lang="en-US" altLang="ko-KR" dirty="0"/>
              <a:t> (</a:t>
            </a:r>
            <a:r>
              <a:rPr lang="ko-KR" altLang="en-US" dirty="0"/>
              <a:t>주차별</a:t>
            </a:r>
            <a:r>
              <a:rPr lang="en-US" altLang="ko-KR" dirty="0"/>
              <a:t>)</a:t>
            </a:r>
          </a:p>
          <a:p>
            <a:pPr marL="800100" lvl="1" indent="-342900">
              <a:buFont typeface="+mj-lt"/>
              <a:buAutoNum type="arabicPeriod"/>
            </a:pPr>
            <a:r>
              <a:rPr lang="ko-KR" altLang="en-US" dirty="0"/>
              <a:t>미니엔진 기반 준비</a:t>
            </a:r>
            <a:endParaRPr lang="en-US" altLang="ko-KR" dirty="0"/>
          </a:p>
          <a:p>
            <a:pPr marL="800100" lvl="1" indent="-342900">
              <a:buFont typeface="+mj-lt"/>
              <a:buAutoNum type="arabicPeriod"/>
            </a:pPr>
            <a:r>
              <a:rPr lang="ko-KR" altLang="en-US" dirty="0"/>
              <a:t>애니메이션 시스템</a:t>
            </a:r>
            <a:endParaRPr lang="en-US" altLang="ko-KR" dirty="0"/>
          </a:p>
          <a:p>
            <a:pPr marL="800100" lvl="1" indent="-342900">
              <a:buFont typeface="+mj-lt"/>
              <a:buAutoNum type="arabicPeriod"/>
            </a:pPr>
            <a:r>
              <a:rPr lang="ko-KR" altLang="en-US" dirty="0" err="1"/>
              <a:t>파쿠르</a:t>
            </a:r>
            <a:r>
              <a:rPr lang="ko-KR" altLang="en-US" dirty="0"/>
              <a:t> 애니메이션 적용</a:t>
            </a:r>
            <a:endParaRPr lang="en-US" altLang="ko-KR" dirty="0"/>
          </a:p>
          <a:p>
            <a:pPr marL="800100" lvl="1" indent="-342900">
              <a:buFont typeface="+mj-lt"/>
              <a:buAutoNum type="arabicPeriod"/>
            </a:pPr>
            <a:r>
              <a:rPr lang="ko-KR" altLang="en-US" dirty="0" err="1"/>
              <a:t>파쿠르</a:t>
            </a:r>
            <a:r>
              <a:rPr lang="ko-KR" altLang="en-US" dirty="0"/>
              <a:t> 시스템 프로토타입</a:t>
            </a:r>
            <a:endParaRPr lang="en-US" altLang="ko-KR" dirty="0"/>
          </a:p>
          <a:p>
            <a:pPr marL="800100" lvl="1" indent="-342900">
              <a:buFont typeface="+mj-lt"/>
              <a:buAutoNum type="arabicPeriod"/>
            </a:pPr>
            <a:r>
              <a:rPr lang="ko-KR" altLang="en-US" dirty="0"/>
              <a:t>미흡 사항 보완 및 디테일 보정</a:t>
            </a:r>
            <a:endParaRPr lang="en-US" altLang="ko-KR" dirty="0"/>
          </a:p>
          <a:p>
            <a:pPr marL="800100" lvl="1" indent="-342900">
              <a:buFont typeface="+mj-lt"/>
              <a:buAutoNum type="arabicPeriod"/>
            </a:pPr>
            <a:r>
              <a:rPr lang="ko-KR" altLang="en-US" dirty="0"/>
              <a:t>복잡한 지형 내 </a:t>
            </a:r>
            <a:r>
              <a:rPr lang="ko-KR" altLang="en-US" dirty="0" err="1"/>
              <a:t>파쿠르</a:t>
            </a:r>
            <a:r>
              <a:rPr lang="ko-KR" altLang="en-US" dirty="0"/>
              <a:t> 시스템</a:t>
            </a:r>
            <a:endParaRPr lang="en-US" altLang="ko-KR" dirty="0"/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/>
              <a:t>-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/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439331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E24C7-A429-CDA0-4EB6-16142BB05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715F932-2F2C-4A3F-7F16-1B13D352985A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이번 주 작업 내역</a:t>
            </a:r>
            <a:endParaRPr lang="en-US" altLang="ko-K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E5C835-CE30-2461-B5B2-C304088E694A}"/>
              </a:ext>
            </a:extLst>
          </p:cNvPr>
          <p:cNvSpPr txBox="1"/>
          <p:nvPr/>
        </p:nvSpPr>
        <p:spPr>
          <a:xfrm>
            <a:off x="669851" y="731691"/>
            <a:ext cx="813011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미니엔진 기반 구성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3D</a:t>
            </a:r>
            <a:r>
              <a:rPr lang="ko-KR" altLang="en-US" dirty="0"/>
              <a:t> 파일 파싱 </a:t>
            </a:r>
            <a:r>
              <a:rPr lang="en-US" altLang="ko-KR" dirty="0"/>
              <a:t>(FBX SDK </a:t>
            </a:r>
            <a:r>
              <a:rPr lang="ko-KR" altLang="en-US" dirty="0"/>
              <a:t>활용</a:t>
            </a:r>
            <a:r>
              <a:rPr lang="en-US" altLang="ko-KR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 err="1"/>
              <a:t>Assimp</a:t>
            </a:r>
            <a:r>
              <a:rPr lang="en-US" altLang="ko-KR" dirty="0"/>
              <a:t> </a:t>
            </a:r>
            <a:r>
              <a:rPr lang="ko-KR" altLang="en-US" dirty="0"/>
              <a:t>활용하여 </a:t>
            </a:r>
            <a:r>
              <a:rPr lang="en-US" altLang="ko-KR" dirty="0"/>
              <a:t>FBX</a:t>
            </a:r>
            <a:r>
              <a:rPr lang="ko-KR" altLang="en-US" dirty="0"/>
              <a:t>에 한정되지 않도록 수정 진행 중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모델링 렌더링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애니메이션 로드 및 재생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다중 애니메이션 구성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1189685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715F932-2F2C-4A3F-7F16-1B13D352985A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진행 계획</a:t>
            </a:r>
            <a:r>
              <a:rPr lang="en-US" altLang="ko-KR" dirty="0"/>
              <a:t> (</a:t>
            </a:r>
            <a:r>
              <a:rPr lang="ko-KR" altLang="en-US" dirty="0" err="1"/>
              <a:t>주차별</a:t>
            </a:r>
            <a:r>
              <a:rPr lang="ko-KR" altLang="en-US" dirty="0"/>
              <a:t> 목표</a:t>
            </a:r>
            <a:r>
              <a:rPr lang="en-US" altLang="ko-KR" dirty="0"/>
              <a:t>)</a:t>
            </a:r>
          </a:p>
        </p:txBody>
      </p:sp>
      <p:graphicFrame>
        <p:nvGraphicFramePr>
          <p:cNvPr id="2" name="표 1"/>
          <p:cNvGraphicFramePr>
            <a:graphicFrameLocks noGrp="1"/>
          </p:cNvGraphicFramePr>
          <p:nvPr/>
        </p:nvGraphicFramePr>
        <p:xfrm>
          <a:off x="420856" y="870858"/>
          <a:ext cx="11318860" cy="55381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1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72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201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7281"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/>
                        <a:t>작업 목표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/>
                        <a:t>작업 세부 내용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dirty="0"/>
                        <a:t>미니엔진 구조 파악 및 기반 클래스</a:t>
                      </a:r>
                      <a:r>
                        <a:rPr lang="ko-KR" altLang="en-US" sz="1600" baseline="0" dirty="0"/>
                        <a:t> 구성</a:t>
                      </a:r>
                      <a:endParaRPr lang="en-US" altLang="ko-KR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600" dirty="0"/>
                        <a:t>미니엔진 파악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게임 기반 클래스 작성</a:t>
                      </a:r>
                      <a:r>
                        <a:rPr lang="en-US" altLang="ko-KR" sz="1600" dirty="0"/>
                        <a:t>, </a:t>
                      </a:r>
                      <a:br>
                        <a:rPr lang="en-US" altLang="ko-KR" sz="1600" dirty="0"/>
                      </a:br>
                      <a:r>
                        <a:rPr lang="en-US" altLang="ko-KR" sz="1600" dirty="0" err="1"/>
                        <a:t>fbx</a:t>
                      </a:r>
                      <a:r>
                        <a:rPr lang="en-US" altLang="ko-KR" sz="1600" dirty="0"/>
                        <a:t> </a:t>
                      </a:r>
                      <a:r>
                        <a:rPr lang="ko-KR" altLang="en-US" sz="1600" dirty="0"/>
                        <a:t>파일 </a:t>
                      </a:r>
                      <a:r>
                        <a:rPr lang="ko-KR" altLang="en-US" sz="1600" dirty="0" err="1"/>
                        <a:t>파싱</a:t>
                      </a:r>
                      <a:r>
                        <a:rPr lang="en-US" altLang="ko-KR" sz="1600" baseline="0" dirty="0"/>
                        <a:t>, </a:t>
                      </a:r>
                      <a:r>
                        <a:rPr lang="ko-KR" altLang="en-US" sz="1600" baseline="0" dirty="0"/>
                        <a:t>렌더링</a:t>
                      </a:r>
                      <a:r>
                        <a:rPr lang="en-US" altLang="ko-KR" sz="1600" baseline="0" dirty="0"/>
                        <a:t>, </a:t>
                      </a:r>
                      <a:r>
                        <a:rPr lang="ko-KR" altLang="en-US" sz="1600" baseline="0" dirty="0"/>
                        <a:t>애니메이션 재생</a:t>
                      </a:r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애니메이션 시스템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물리엔진 적용</a:t>
                      </a:r>
                      <a:r>
                        <a:rPr lang="en-US" altLang="ko-KR" sz="1600" dirty="0"/>
                        <a:t>,</a:t>
                      </a:r>
                    </a:p>
                    <a:p>
                      <a:pPr latinLnBrk="1"/>
                      <a:r>
                        <a:rPr lang="ko-KR" altLang="en-US" sz="1600" dirty="0"/>
                        <a:t>입력 바인딩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캐릭터 애니메이션 </a:t>
                      </a:r>
                      <a:r>
                        <a:rPr lang="ko-KR" altLang="en-US" sz="1600" dirty="0" err="1"/>
                        <a:t>블렌드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애니메이션 </a:t>
                      </a:r>
                      <a:r>
                        <a:rPr lang="ko-KR" altLang="en-US" sz="1600" dirty="0" err="1"/>
                        <a:t>상태머신</a:t>
                      </a:r>
                      <a:r>
                        <a:rPr lang="en-US" altLang="ko-KR" sz="1600" dirty="0"/>
                        <a:t>,</a:t>
                      </a:r>
                    </a:p>
                    <a:p>
                      <a:pPr latinLnBrk="1"/>
                      <a:r>
                        <a:rPr lang="ko-KR" altLang="en-US" sz="1600" dirty="0"/>
                        <a:t>물리엔진</a:t>
                      </a:r>
                      <a:r>
                        <a:rPr lang="en-US" altLang="ko-KR" sz="1600" dirty="0"/>
                        <a:t>(PhysX) </a:t>
                      </a:r>
                      <a:r>
                        <a:rPr lang="ko-KR" altLang="en-US" sz="1600" dirty="0"/>
                        <a:t>적용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캐릭터 입력 바인딩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캐릭터 </a:t>
                      </a:r>
                      <a:r>
                        <a:rPr lang="ko-KR" altLang="en-US" sz="1600" dirty="0" err="1"/>
                        <a:t>로코모션</a:t>
                      </a:r>
                      <a:r>
                        <a:rPr lang="ko-KR" altLang="en-US" sz="1600" dirty="0"/>
                        <a:t> 적용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씬 배치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캐릭터</a:t>
                      </a:r>
                      <a:r>
                        <a:rPr lang="en-US" altLang="ko-KR" sz="1600" dirty="0"/>
                        <a:t> </a:t>
                      </a:r>
                      <a:r>
                        <a:rPr lang="ko-KR" altLang="en-US" sz="1600" dirty="0" err="1"/>
                        <a:t>파쿠르</a:t>
                      </a:r>
                      <a:r>
                        <a:rPr lang="ko-KR" altLang="en-US" sz="1600" dirty="0"/>
                        <a:t> 애니메이션 적용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씬</a:t>
                      </a:r>
                      <a:r>
                        <a:rPr lang="en-US" altLang="ko-KR" sz="1600" baseline="0" dirty="0"/>
                        <a:t> </a:t>
                      </a:r>
                      <a:r>
                        <a:rPr lang="ko-KR" altLang="en-US" sz="1600" baseline="0" dirty="0"/>
                        <a:t>데이터 직렬화 </a:t>
                      </a:r>
                      <a:r>
                        <a:rPr lang="en-US" altLang="ko-KR" sz="1600" baseline="0" dirty="0"/>
                        <a:t>(</a:t>
                      </a:r>
                      <a:r>
                        <a:rPr lang="ko-KR" altLang="en-US" sz="1600" baseline="0" dirty="0"/>
                        <a:t>장애물 배치 정보</a:t>
                      </a:r>
                      <a:r>
                        <a:rPr lang="en-US" altLang="ko-KR" sz="1600" baseline="0" dirty="0"/>
                        <a:t>), </a:t>
                      </a:r>
                      <a:r>
                        <a:rPr lang="ko-KR" altLang="en-US" sz="1600" baseline="0" dirty="0"/>
                        <a:t>장애물 높이 인식</a:t>
                      </a:r>
                      <a:r>
                        <a:rPr lang="en-US" altLang="ko-KR" sz="1600" baseline="0" dirty="0"/>
                        <a:t>, </a:t>
                      </a:r>
                      <a:br>
                        <a:rPr lang="en-US" altLang="ko-KR" sz="1600" baseline="0" dirty="0"/>
                      </a:br>
                      <a:r>
                        <a:rPr lang="ko-KR" altLang="en-US" sz="1600" baseline="0" dirty="0"/>
                        <a:t>인식한 장애물에 대한 </a:t>
                      </a:r>
                      <a:r>
                        <a:rPr lang="ko-KR" altLang="en-US" sz="1600" baseline="0" dirty="0" err="1"/>
                        <a:t>파쿠르</a:t>
                      </a:r>
                      <a:r>
                        <a:rPr lang="ko-KR" altLang="en-US" sz="1600" baseline="0" dirty="0"/>
                        <a:t> 애니메이션 선택</a:t>
                      </a:r>
                      <a:r>
                        <a:rPr lang="en-US" altLang="ko-KR" sz="1600" baseline="0" dirty="0"/>
                        <a:t> </a:t>
                      </a:r>
                      <a:r>
                        <a:rPr lang="ko-KR" altLang="en-US" sz="1600" baseline="0" dirty="0"/>
                        <a:t>및 출력</a:t>
                      </a:r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err="1"/>
                        <a:t>파쿠르</a:t>
                      </a:r>
                      <a:r>
                        <a:rPr lang="ko-KR" altLang="en-US" sz="1600" dirty="0"/>
                        <a:t> </a:t>
                      </a:r>
                      <a:r>
                        <a:rPr lang="ko-KR" altLang="en-US" sz="1600" dirty="0" err="1"/>
                        <a:t>프로토타입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높이에 따른 장애물</a:t>
                      </a:r>
                      <a:r>
                        <a:rPr lang="ko-KR" altLang="en-US" sz="1600" baseline="0" dirty="0"/>
                        <a:t> </a:t>
                      </a:r>
                      <a:r>
                        <a:rPr lang="ko-KR" altLang="en-US" sz="1600" baseline="0" dirty="0" err="1"/>
                        <a:t>파쿠르</a:t>
                      </a:r>
                      <a:r>
                        <a:rPr lang="ko-KR" altLang="en-US" sz="1600" baseline="0" dirty="0"/>
                        <a:t> 처리</a:t>
                      </a:r>
                      <a:r>
                        <a:rPr lang="en-US" altLang="ko-KR" sz="1600" baseline="0" dirty="0"/>
                        <a:t>, </a:t>
                      </a:r>
                      <a:r>
                        <a:rPr lang="ko-KR" altLang="en-US" sz="1600" dirty="0"/>
                        <a:t>평지</a:t>
                      </a:r>
                      <a:r>
                        <a:rPr lang="en-US" altLang="ko-KR" sz="1600" dirty="0"/>
                        <a:t>-</a:t>
                      </a:r>
                      <a:r>
                        <a:rPr lang="ko-KR" altLang="en-US" sz="1600" dirty="0"/>
                        <a:t>벽면 간 애니메이션</a:t>
                      </a:r>
                      <a:r>
                        <a:rPr lang="ko-KR" altLang="en-US" sz="1600" baseline="0" dirty="0"/>
                        <a:t> 상태</a:t>
                      </a:r>
                      <a:r>
                        <a:rPr lang="ko-KR" altLang="en-US" sz="1600" dirty="0"/>
                        <a:t> 전환</a:t>
                      </a:r>
                      <a:r>
                        <a:rPr lang="en-US" altLang="ko-KR" sz="1600" baseline="0" dirty="0"/>
                        <a:t> (</a:t>
                      </a:r>
                      <a:r>
                        <a:rPr lang="ko-KR" altLang="en-US" sz="1600" baseline="0" dirty="0"/>
                        <a:t>벽면을 올라 평지에 도달</a:t>
                      </a:r>
                      <a:r>
                        <a:rPr lang="en-US" altLang="ko-KR" sz="1600" baseline="0" dirty="0"/>
                        <a:t>, </a:t>
                      </a:r>
                      <a:r>
                        <a:rPr lang="ko-KR" altLang="en-US" sz="1600" baseline="0" dirty="0"/>
                        <a:t>벽면에서 내려와 평지에 도달 등</a:t>
                      </a:r>
                      <a:r>
                        <a:rPr lang="en-US" altLang="ko-KR" sz="1600" baseline="0" dirty="0"/>
                        <a:t>)</a:t>
                      </a:r>
                      <a:endParaRPr lang="en-US" altLang="ko-KR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err="1"/>
                        <a:t>파쿠르</a:t>
                      </a:r>
                      <a:r>
                        <a:rPr lang="ko-KR" altLang="en-US" sz="1600" dirty="0"/>
                        <a:t> 시스템 보완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애니메이션 </a:t>
                      </a:r>
                      <a:r>
                        <a:rPr lang="en-US" altLang="ko-KR" sz="1600" dirty="0"/>
                        <a:t>IK </a:t>
                      </a:r>
                      <a:r>
                        <a:rPr lang="ko-KR" altLang="en-US" sz="1600" dirty="0"/>
                        <a:t>적용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 err="1"/>
                        <a:t>파쿠르</a:t>
                      </a:r>
                      <a:r>
                        <a:rPr lang="ko-KR" altLang="en-US" sz="1600" dirty="0"/>
                        <a:t> 시</a:t>
                      </a:r>
                      <a:r>
                        <a:rPr lang="en-US" altLang="ko-KR" sz="1600" dirty="0"/>
                        <a:t> </a:t>
                      </a:r>
                      <a:r>
                        <a:rPr lang="ko-KR" altLang="en-US" sz="1600" dirty="0"/>
                        <a:t>캐릭터 손 위치 </a:t>
                      </a:r>
                      <a:r>
                        <a:rPr lang="en-US" altLang="ko-KR" sz="1600" dirty="0"/>
                        <a:t>IK</a:t>
                      </a:r>
                      <a:r>
                        <a:rPr lang="ko-KR" altLang="en-US" sz="1600" dirty="0"/>
                        <a:t>를 통해 보정</a:t>
                      </a:r>
                      <a:endParaRPr lang="en-US" altLang="ko-KR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복잡한 지형 애니메이션 처리 </a:t>
                      </a:r>
                      <a:r>
                        <a:rPr lang="en-US" altLang="ko-KR" sz="1600" dirty="0"/>
                        <a:t>1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aseline="0" dirty="0"/>
                        <a:t>벽면 중간에 지붕</a:t>
                      </a:r>
                      <a:r>
                        <a:rPr lang="en-US" altLang="ko-KR" sz="1600" baseline="0" dirty="0"/>
                        <a:t>, </a:t>
                      </a:r>
                      <a:r>
                        <a:rPr lang="ko-KR" altLang="en-US" sz="1600" baseline="0" dirty="0"/>
                        <a:t>경사로</a:t>
                      </a:r>
                      <a:r>
                        <a:rPr lang="en-US" altLang="ko-KR" sz="1600" baseline="0" dirty="0"/>
                        <a:t>, </a:t>
                      </a:r>
                      <a:r>
                        <a:rPr lang="ko-KR" altLang="en-US" sz="1600" baseline="0" dirty="0"/>
                        <a:t>철봉 나열된 환경</a:t>
                      </a:r>
                      <a:br>
                        <a:rPr lang="en-US" altLang="ko-KR" sz="1600" baseline="0" dirty="0"/>
                      </a:br>
                      <a:r>
                        <a:rPr lang="ko-KR" altLang="en-US" sz="1600" baseline="0" dirty="0" err="1"/>
                        <a:t>파쿠르</a:t>
                      </a:r>
                      <a:r>
                        <a:rPr lang="ko-KR" altLang="en-US" sz="1600" baseline="0" dirty="0"/>
                        <a:t> 애니메이션 처리</a:t>
                      </a:r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154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dirty="0"/>
                        <a:t>복잡한 지형 애니메이션 처리 </a:t>
                      </a:r>
                      <a:r>
                        <a:rPr lang="en-US" altLang="ko-KR" sz="1600" dirty="0"/>
                        <a:t>2</a:t>
                      </a:r>
                      <a:endParaRPr lang="ko-KR" altLang="en-US" sz="1600" dirty="0"/>
                    </a:p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직각으로 만나는 벽면 간 이동 처리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벽면에 뻗어 나온 줄 또는 기둥</a:t>
                      </a:r>
                      <a:r>
                        <a:rPr lang="ko-KR" altLang="en-US" sz="1600" baseline="0" dirty="0"/>
                        <a:t> 환경 </a:t>
                      </a:r>
                      <a:r>
                        <a:rPr lang="ko-KR" altLang="en-US" sz="1600" baseline="0" dirty="0" err="1"/>
                        <a:t>파쿠르</a:t>
                      </a:r>
                      <a:r>
                        <a:rPr lang="ko-KR" altLang="en-US" sz="1600" baseline="0" dirty="0"/>
                        <a:t> 애니메이션 처리</a:t>
                      </a:r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154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마무리 및 보완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미흡사항 보완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010055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340</Words>
  <Application>Microsoft Office PowerPoint</Application>
  <PresentationFormat>와이드스크린</PresentationFormat>
  <Paragraphs>58</Paragraphs>
  <Slides>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김정환</dc:creator>
  <cp:lastModifiedBy>김정환</cp:lastModifiedBy>
  <cp:revision>81</cp:revision>
  <dcterms:created xsi:type="dcterms:W3CDTF">2026-07-02T09:06:49Z</dcterms:created>
  <dcterms:modified xsi:type="dcterms:W3CDTF">2026-07-09T09:31:16Z</dcterms:modified>
</cp:coreProperties>
</file>