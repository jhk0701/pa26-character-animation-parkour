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90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0F6F63-7345-452E-A3AE-DB0EC2E8B20E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BA7081-BBC1-4593-971E-3964C5C5F8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9555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목표 영상 </a:t>
            </a:r>
            <a:r>
              <a:rPr lang="en-US" altLang="ko-KR" dirty="0"/>
              <a:t>: </a:t>
            </a:r>
          </a:p>
          <a:p>
            <a:pPr marL="228600" indent="-228600">
              <a:buAutoNum type="arabicPeriod"/>
            </a:pPr>
            <a:r>
              <a:rPr lang="ko-KR" altLang="en-US" dirty="0" err="1"/>
              <a:t>어쌔신크리드</a:t>
            </a:r>
            <a:r>
              <a:rPr lang="ko-KR" altLang="en-US" dirty="0"/>
              <a:t> </a:t>
            </a:r>
            <a:r>
              <a:rPr lang="ko-KR" altLang="en-US" dirty="0" err="1"/>
              <a:t>파쿠르</a:t>
            </a:r>
            <a:r>
              <a:rPr lang="ko-KR" altLang="en-US" dirty="0"/>
              <a:t> 액션 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https://www.youtube.com/shorts/DgF8jxONRSM</a:t>
            </a:r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https://www.youtube.com/shorts/bMgaW5dvLzk</a:t>
            </a:r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https://www.youtube.com/watch?v=1vhC870Phb0</a:t>
            </a:r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https://www.youtube.com/shorts/AZEMIHgBK1E</a:t>
            </a:r>
          </a:p>
          <a:p>
            <a:pPr marL="228600" lvl="0" indent="-228600">
              <a:buAutoNum type="arabicPeriod"/>
            </a:pPr>
            <a:r>
              <a:rPr lang="ko-KR" altLang="en-US" dirty="0" err="1"/>
              <a:t>툼레이더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https://www.youtube.com/watch?v=reqY7n8hdSg</a:t>
            </a:r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https://www.youtube.com/shorts/PLTIvSb6AxM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3AB99-662C-46EC-B86C-F2E227D3EFA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4578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47C6A88D-EDAF-CEC2-712F-FA6A7E4FF5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1F7A10E8-4E5D-A611-E577-EBA5676A50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FA4EF1CD-FA03-944B-0EC0-2AABE3B0C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D7E1904F-F41F-7809-481D-7E79FCD21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46C721DE-9DEE-BACB-B354-8E260F432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264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4F5793F-94FE-56B0-E0CB-A317DA7FB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BFAF79B8-2AD1-69C6-D4D5-21827C680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6718AF63-4F49-82B6-24FC-BB457FC96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AA45FF19-25D7-1FF3-E311-2C2E07B26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6F43D8BF-52A4-97EB-612B-F9899664E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9585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EB95909-78E9-5BAC-68EA-7DCA2A127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D6B98DAF-2A47-3ECD-807C-96FB70CF9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A3AD9670-C268-56FC-281A-FE1F59541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A4946F37-FE38-E38E-7339-DC6E4EFA5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7C17C39B-6348-28CC-59AF-B1A65BE2F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82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D0EFA0F-10D7-865F-1370-4EA34C786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0498CDB5-9D2B-5F68-9DD8-ED20454B10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570EB1B7-8EDE-2794-EA53-E0C1972FAF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31FBCFA4-CF51-706E-F9F0-8B66CA1A0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FD56636A-469F-7FE9-480E-955BCC0E6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3971D272-167D-EE36-E685-CD8BFE8C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543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9AC7230E-A2F3-4027-B6F6-9C5C289B1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0C685356-7419-AD93-377A-8D9A02934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CC36E6CA-94A6-3223-C91A-F6E9648C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F4DFD790-787A-88A3-300F-C173DAD2E1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012AE83D-2990-A6E4-CC9C-06D342A67C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3C11F8C3-5AD3-730B-8ADB-304185DAA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EF36ABA7-53C4-C11E-CC9D-F5E59BDBB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5E29E145-D4AE-F9FB-A218-47B323C43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414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3D855E6-5AD7-B657-346A-38D87715A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F3052B06-09E1-1CD0-A032-AEB30F69A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DE18691A-8582-987D-DF06-E6D8B618E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6F997ACE-7D00-7B35-1F16-F56C5450E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1708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2703D88F-9D50-1761-731E-68DD1FC6B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70793086-842E-7906-6019-4284A9E46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6D4FE3DE-7F26-4352-74EE-A720C7AF5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6229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AFB6F63-D5C7-EB4A-A651-8DA5561AD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2000FB2D-0CF3-1A3C-E704-F8CA96C2D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88C3C47D-E633-BB5D-0FA3-41A5E3C28A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603DA118-0D2F-73A1-6311-85E95462C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DE46749A-348F-886F-32BD-A562F1A2A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0BF22D09-FBE9-294C-014E-9A808723A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0401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A50C132-3A30-7E9C-0BBB-1CD1A789C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2F31776A-D32D-34F5-8A99-A26F4F6535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3E500BF3-C366-20F6-6257-8233A07945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DB1C119C-B590-D055-6B10-AAE861F0D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00064F92-4550-973E-464E-89CA3E7EE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708384D1-792D-8EA8-718E-F756CEE62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5475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EC6E50E-2954-B290-1563-C4936B9E8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5B6A99E4-1414-E268-7B72-A4C896708A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3A9BB3C2-1FA4-4151-9ADB-996284F1B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8A27C81A-BE4E-27CE-6CE4-0AE5876D4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B4E3C814-C417-2E3F-F02B-1B9ED6941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5657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AC1D687F-54E9-57A3-FDA2-5A8060E79A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BC846A14-940B-8FE8-A769-3DABAE11AD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393732A3-4427-5A76-3A9C-DBE87A436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16A5B672-F383-0FF5-2D72-72E1E7F0F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E28928A-9906-D889-A8B7-B97D729CD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91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C0AC0570-6E75-D8C0-582D-3A448969C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79ADFDDF-DF3C-19FA-0ED8-5D640C08D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AB9AC677-7913-29B2-30F7-969771FA5D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50A429-5607-4C3C-9BC0-4142A9E0745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3A6836E4-21B2-245A-8933-7F64F64AC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6F2D0B4E-8F0D-F1B8-2A71-9862FC974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5776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40190" y="2959688"/>
            <a:ext cx="74178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주제 </a:t>
            </a:r>
            <a:r>
              <a:rPr lang="en-US" altLang="ko-KR" sz="24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: </a:t>
            </a:r>
            <a:r>
              <a:rPr lang="ko-KR" altLang="en-US" sz="24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캐릭터 애니메이션 </a:t>
            </a:r>
            <a:r>
              <a:rPr lang="ko-KR" altLang="en-US" sz="2400" dirty="0" err="1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파쿠르</a:t>
            </a:r>
            <a:r>
              <a:rPr lang="ko-KR" altLang="en-US" sz="24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시스템 </a:t>
            </a:r>
            <a:r>
              <a:rPr lang="en-US" altLang="ko-KR" sz="24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1</a:t>
            </a:r>
            <a:r>
              <a:rPr lang="ko-KR" altLang="en-US" sz="2400" dirty="0" smtClean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주차</a:t>
            </a:r>
            <a:endParaRPr lang="en-US" altLang="ko-KR" sz="24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540190" y="3421353"/>
            <a:ext cx="15872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발표자 </a:t>
            </a:r>
            <a:r>
              <a:rPr lang="en-US" altLang="ko-KR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: </a:t>
            </a:r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김정환</a:t>
            </a:r>
            <a:endParaRPr lang="ko-KR" altLang="en-US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63767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9DA7EAA-204E-2F90-E52A-6C83B9013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1D991C93-DF9D-3E4E-5C97-ABAB7565CD54}"/>
              </a:ext>
            </a:extLst>
          </p:cNvPr>
          <p:cNvSpPr txBox="1"/>
          <p:nvPr/>
        </p:nvSpPr>
        <p:spPr>
          <a:xfrm>
            <a:off x="340241" y="362359"/>
            <a:ext cx="922906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목표 </a:t>
            </a:r>
            <a:r>
              <a:rPr lang="en-US" altLang="ko-KR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진행 계획</a:t>
            </a:r>
            <a:r>
              <a:rPr lang="en-US" altLang="ko-KR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(</a:t>
            </a:r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주차별</a:t>
            </a:r>
            <a:r>
              <a:rPr lang="en-US" altLang="ko-KR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)</a:t>
            </a:r>
          </a:p>
          <a:p>
            <a:pPr marL="800100" lvl="1" indent="-342900">
              <a:buFont typeface="+mj-lt"/>
              <a:buAutoNum type="arabicPeriod"/>
            </a:pPr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미니엔진 기반 준비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애니메이션 시스템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ko-KR" altLang="en-US" dirty="0" err="1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파쿠르</a:t>
            </a:r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애니메이션 적용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ko-KR" altLang="en-US" dirty="0" err="1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파쿠르</a:t>
            </a:r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시스템 프로토타입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미흡 사항 보완 및 디테일 보정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복잡한 지형 내 </a:t>
            </a:r>
            <a:r>
              <a:rPr lang="ko-KR" altLang="en-US" dirty="0" err="1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파쿠르</a:t>
            </a:r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시스템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-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43933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68E24C7-A429-CDA0-4EB6-16142BB05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715F932-2F2C-4A3F-7F16-1B13D352985A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이번 주 작업 내역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DE5C835-CE30-2461-B5B2-C304088E694A}"/>
              </a:ext>
            </a:extLst>
          </p:cNvPr>
          <p:cNvSpPr txBox="1"/>
          <p:nvPr/>
        </p:nvSpPr>
        <p:spPr>
          <a:xfrm>
            <a:off x="669851" y="731691"/>
            <a:ext cx="813011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미니엔진 기반 구성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3D</a:t>
            </a:r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파일 파싱 </a:t>
            </a:r>
            <a:r>
              <a:rPr lang="en-US" altLang="ko-KR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(FBX SDK </a:t>
            </a:r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활용</a:t>
            </a:r>
            <a:r>
              <a:rPr lang="en-US" altLang="ko-KR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 err="1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Assimp</a:t>
            </a:r>
            <a:r>
              <a:rPr lang="en-US" altLang="ko-KR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활용하여 </a:t>
            </a:r>
            <a:r>
              <a:rPr lang="en-US" altLang="ko-KR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FBX</a:t>
            </a:r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에 한정되지 않도록 수정 진행 중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모델링 렌더링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애니메이션 로드 및 재생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다중 애니메이션 구성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8968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9DA7EAA-204E-2F90-E52A-6C83B9013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4715F932-2F2C-4A3F-7F16-1B13D352985A}"/>
              </a:ext>
            </a:extLst>
          </p:cNvPr>
          <p:cNvSpPr txBox="1"/>
          <p:nvPr/>
        </p:nvSpPr>
        <p:spPr>
          <a:xfrm>
            <a:off x="354702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진행 계획</a:t>
            </a:r>
            <a:r>
              <a:rPr lang="en-US" altLang="ko-KR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(</a:t>
            </a:r>
            <a:r>
              <a:rPr lang="ko-KR" altLang="en-US" dirty="0" err="1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주차별</a:t>
            </a:r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목표</a:t>
            </a:r>
            <a:r>
              <a:rPr lang="en-US" altLang="ko-KR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)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1396276"/>
              </p:ext>
            </p:extLst>
          </p:nvPr>
        </p:nvGraphicFramePr>
        <p:xfrm>
          <a:off x="420856" y="870858"/>
          <a:ext cx="11318860" cy="5538105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9143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20728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32014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47281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작업 목표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작업 세부 내용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1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미니엔진 구조 파악 및 기반 클래스</a:t>
                      </a:r>
                      <a:r>
                        <a:rPr lang="ko-KR" altLang="en-US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구성</a:t>
                      </a:r>
                      <a:endParaRPr lang="en-US" altLang="ko-KR" sz="140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미니엔진 파악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게임 기반 클래스 작성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b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</a:br>
                      <a:r>
                        <a:rPr lang="en-US" altLang="ko-KR" sz="140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fbx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파일 </a:t>
                      </a:r>
                      <a:r>
                        <a:rPr lang="ko-KR" altLang="en-US" sz="140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파싱</a:t>
                      </a:r>
                      <a:r>
                        <a:rPr lang="en-US" altLang="ko-KR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렌더링</a:t>
                      </a:r>
                      <a:r>
                        <a:rPr lang="en-US" altLang="ko-KR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애니메이션 재생</a:t>
                      </a:r>
                      <a:endParaRPr lang="ko-KR" altLang="en-US" sz="140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2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애니메이션 시스템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물리엔진 적용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</a:t>
                      </a:r>
                    </a:p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입력 바인딩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캐릭터 애니메이션 </a:t>
                      </a:r>
                      <a:r>
                        <a:rPr lang="ko-KR" altLang="en-US" sz="140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블렌드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애니메이션 </a:t>
                      </a:r>
                      <a:r>
                        <a:rPr lang="ko-KR" altLang="en-US" sz="140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상태머신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</a:t>
                      </a:r>
                    </a:p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물리엔진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(PhysX) 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적용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캐릭터 입력 바인딩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캐릭터 </a:t>
                      </a:r>
                      <a:r>
                        <a:rPr lang="ko-KR" altLang="en-US" sz="140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로코모션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적용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3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씬 배치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캐릭터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애니메이션 적용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씬</a:t>
                      </a:r>
                      <a:r>
                        <a:rPr lang="en-US" altLang="ko-KR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데이터 직렬화 </a:t>
                      </a:r>
                      <a:r>
                        <a:rPr lang="en-US" altLang="ko-KR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(</a:t>
                      </a:r>
                      <a:r>
                        <a:rPr lang="ko-KR" altLang="en-US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장애물 배치 정보</a:t>
                      </a:r>
                      <a:r>
                        <a:rPr lang="en-US" altLang="ko-KR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), </a:t>
                      </a:r>
                      <a:r>
                        <a:rPr lang="ko-KR" altLang="en-US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장애물 높이 인식</a:t>
                      </a:r>
                      <a:r>
                        <a:rPr lang="en-US" altLang="ko-KR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br>
                        <a:rPr lang="en-US" altLang="ko-KR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</a:br>
                      <a:r>
                        <a:rPr lang="ko-KR" altLang="en-US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인식한 장애물에 대한 </a:t>
                      </a:r>
                      <a:r>
                        <a:rPr lang="ko-KR" altLang="en-US" sz="1400" baseline="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애니메이션 선택</a:t>
                      </a:r>
                      <a:r>
                        <a:rPr lang="en-US" altLang="ko-KR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및 출력</a:t>
                      </a:r>
                      <a:endParaRPr lang="ko-KR" altLang="en-US" sz="140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4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프로토타입</a:t>
                      </a:r>
                      <a:endParaRPr lang="ko-KR" altLang="en-US" sz="140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높이에 따른 장애물</a:t>
                      </a:r>
                      <a:r>
                        <a:rPr lang="ko-KR" altLang="en-US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baseline="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처리</a:t>
                      </a:r>
                      <a:r>
                        <a:rPr lang="en-US" altLang="ko-KR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평지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-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벽면 간 애니메이션</a:t>
                      </a:r>
                      <a:r>
                        <a:rPr lang="ko-KR" altLang="en-US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상태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전환</a:t>
                      </a:r>
                      <a:r>
                        <a:rPr lang="en-US" altLang="ko-KR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(</a:t>
                      </a:r>
                      <a:r>
                        <a:rPr lang="ko-KR" altLang="en-US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벽면을 올라 평지에 도달</a:t>
                      </a:r>
                      <a:r>
                        <a:rPr lang="en-US" altLang="ko-KR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벽면에서 내려와 평지에 도달 등</a:t>
                      </a:r>
                      <a:r>
                        <a:rPr lang="en-US" altLang="ko-KR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)</a:t>
                      </a:r>
                      <a:endParaRPr lang="en-US" altLang="ko-KR" sz="140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5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시스템 보완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애니메이션 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IK 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적용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시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캐릭터 손 위치 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IK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를 통해 보정</a:t>
                      </a:r>
                      <a:endParaRPr lang="en-US" altLang="ko-KR" sz="140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6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복잡한 지형 애니메이션 처리 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1</a:t>
                      </a:r>
                      <a:endParaRPr lang="ko-KR" altLang="en-US" sz="140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벽면 중간에 지붕</a:t>
                      </a:r>
                      <a:r>
                        <a:rPr lang="en-US" altLang="ko-KR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경사로</a:t>
                      </a:r>
                      <a:r>
                        <a:rPr lang="en-US" altLang="ko-KR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철봉 나열된 환경</a:t>
                      </a:r>
                      <a:r>
                        <a:rPr lang="en-US" altLang="ko-KR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/>
                      </a:r>
                      <a:br>
                        <a:rPr lang="en-US" altLang="ko-KR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</a:br>
                      <a:r>
                        <a:rPr lang="ko-KR" altLang="en-US" sz="1400" baseline="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애니메이션 처리</a:t>
                      </a:r>
                      <a:endParaRPr lang="ko-KR" altLang="en-US" sz="140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6115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7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복잡한 지형 애니메이션 처리 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2</a:t>
                      </a:r>
                      <a:endParaRPr lang="ko-KR" altLang="en-US" sz="140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  <a:p>
                      <a:pPr latinLnBrk="1"/>
                      <a:endParaRPr lang="ko-KR" altLang="en-US" sz="140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직각으로 만나는 벽면 간 이동 처리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벽면에 뻗어 나온 줄 또는 기둥</a:t>
                      </a:r>
                      <a:r>
                        <a:rPr lang="ko-KR" altLang="en-US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환경 </a:t>
                      </a:r>
                      <a:r>
                        <a:rPr lang="ko-KR" altLang="en-US" sz="1400" baseline="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애니메이션 처리</a:t>
                      </a:r>
                      <a:endParaRPr lang="ko-KR" altLang="en-US" sz="140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6115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8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마무리 및 보완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미흡사항 보완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1005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266</Words>
  <Application>Microsoft Office PowerPoint</Application>
  <PresentationFormat>와이드스크린</PresentationFormat>
  <Paragraphs>58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나눔바른고딕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김정환</dc:creator>
  <cp:lastModifiedBy>USER</cp:lastModifiedBy>
  <cp:revision>91</cp:revision>
  <dcterms:created xsi:type="dcterms:W3CDTF">2026-07-02T09:06:49Z</dcterms:created>
  <dcterms:modified xsi:type="dcterms:W3CDTF">2026-07-09T13:59:19Z</dcterms:modified>
</cp:coreProperties>
</file>